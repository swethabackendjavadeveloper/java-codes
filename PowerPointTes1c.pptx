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17" d="100"/>
          <a:sy n="17" d="100"/>
        </p:scale>
        <p:origin x="2652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2ADB-C120-1207-0A9D-1CC74343F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DFC1C-05BE-7004-E6BA-B8B80EE03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A466-6294-6D4D-CC2E-39CF39AC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D212-E6BA-3537-B31D-DAFCD143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66640-89C2-C717-7FA6-D0EA36DC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7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0FFE-5289-368C-1DAE-150FBBA6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EA513-2937-30E5-3799-3AF3FE64F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64B4D-12B3-E1F8-4A74-58BE8832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65445-858A-3FE1-C6C9-D13F2579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BB7DF-F912-2362-48C0-E35D88B7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AC56-328F-9F66-02EF-D1309494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99D8E-F139-08DC-BD5F-33D1CB89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26DB8-D451-B1AD-98CB-75EB6C49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ECE1-786B-4051-1A22-8FC6BC32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D9800-07F8-B6FF-946D-546B692D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9025-B3DE-C58F-D76B-B166AF46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086B-E1E5-2326-58FF-D7197D38A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97DDA-1001-13B7-E2FC-EFF7E954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C749F-89F4-E09E-7FC0-208671DA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85AD2-4F51-865E-B219-5070B4B1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3660A-CCA1-0781-04C1-719085BD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81EE-38DD-2984-F51E-A1457AAA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254B-A506-70CC-A20B-6530D400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2B0E6-DAF2-24C9-1786-441AAED9F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784BF-C1C9-1B09-4E94-0E1221393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1C1EC-3E0C-ED6D-66CF-A6E97FFD9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FBD6B-B02F-9A1F-9B22-9A131EB9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7F834-6A3C-85F8-E711-EAB44202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B64A7-0AB4-BECC-4C36-A67566FA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0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E86F-1368-3D48-C2CB-33BF76BA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3304E-F023-A77C-3F2C-F3E39791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1401E-3D42-7AC5-5179-10747F23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0C57C-A383-48FB-29CA-F9FA1D54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1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BD7E2-2EC8-DF65-6461-3345CFBC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99C51-18C5-B7AA-7C88-BCD328E8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293E3-F0E8-1A16-A55D-EBDE15B1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8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D9CB-049A-F9DE-9415-BC27C9BC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B2714-A2B8-1ACC-EC99-751CFC334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3B41D-ACCE-F8A7-E2CF-642F2666C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895E2-39A2-2C9A-BB13-8898545A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4298-DF4A-5578-1306-F593B9B1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F5A67-241E-391E-8634-1166E78D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6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5950-D4EC-717A-DD6A-282E51CB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3EA80-152C-EB9F-2285-5F5C4D89E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BAAA0-1369-693F-4763-A0C651283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F34CC-8824-7642-44A3-EDE870CA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8DFDC-1211-0C6A-0883-8498B2B6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10C57-4B52-0D7A-7C7F-A3AE42E3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5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C7CF-4567-2504-079B-786894BF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B94F7-380F-0C85-2D4E-3E7D96E07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9D067-F074-8896-9143-72208486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E873A-A9D0-52B4-AE98-22E12E01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9883-7B48-CA19-EF00-3269376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4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6B199-AA33-F9BA-53C7-BD90FD6AE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C4B6E-A2A5-549F-2E4A-D15945F54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3165-D63B-3A62-7EF7-5E213393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05FF3-67E6-A4BA-0B95-4BF2F164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12BDE-6A0B-978B-FB4E-C58DA2CC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8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139B4-8FC7-759F-743A-699AF57A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B28AD-A7D7-2FA2-0352-2EDA059B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27E3E-953B-CDCD-6BB4-995904707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9FE7D-3213-4CA7-92E5-7B27F4FC86FA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9A684-CB91-93D9-A3ED-288953DE3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8392-77F5-69B2-CA1D-04B9767DE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A2698-7E1D-43B2-9222-9EF2DEAAA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7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6A020-02B0-8431-FC10-1566B3129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7D846-FA3F-295A-6DAF-A2C16CC3099B}"/>
              </a:ext>
            </a:extLst>
          </p:cNvPr>
          <p:cNvSpPr txBox="1"/>
          <p:nvPr/>
        </p:nvSpPr>
        <p:spPr>
          <a:xfrm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576890" y="3310536"/>
                </a:moveTo>
                <a:cubicBezTo>
                  <a:pt x="5655533" y="3310536"/>
                  <a:pt x="5730996" y="3335691"/>
                  <a:pt x="5803278" y="3385999"/>
                </a:cubicBezTo>
                <a:cubicBezTo>
                  <a:pt x="5875561" y="3436308"/>
                  <a:pt x="5950445" y="3509457"/>
                  <a:pt x="6027932" y="3605448"/>
                </a:cubicBezTo>
                <a:lnTo>
                  <a:pt x="6027932" y="4229968"/>
                </a:lnTo>
                <a:cubicBezTo>
                  <a:pt x="5982827" y="4286638"/>
                  <a:pt x="5940036" y="4334344"/>
                  <a:pt x="5899558" y="4373087"/>
                </a:cubicBezTo>
                <a:cubicBezTo>
                  <a:pt x="5859080" y="4411831"/>
                  <a:pt x="5820337" y="4443346"/>
                  <a:pt x="5783328" y="4467633"/>
                </a:cubicBezTo>
                <a:cubicBezTo>
                  <a:pt x="5746320" y="4491920"/>
                  <a:pt x="5710178" y="4509267"/>
                  <a:pt x="5674905" y="4519676"/>
                </a:cubicBezTo>
                <a:cubicBezTo>
                  <a:pt x="5639631" y="4530085"/>
                  <a:pt x="5602911" y="4535289"/>
                  <a:pt x="5564747" y="4535289"/>
                </a:cubicBezTo>
                <a:cubicBezTo>
                  <a:pt x="5489573" y="4535289"/>
                  <a:pt x="5427121" y="4517652"/>
                  <a:pt x="5377390" y="4482378"/>
                </a:cubicBezTo>
                <a:cubicBezTo>
                  <a:pt x="5327661" y="4447105"/>
                  <a:pt x="5287761" y="4400266"/>
                  <a:pt x="5257691" y="4341861"/>
                </a:cubicBezTo>
                <a:cubicBezTo>
                  <a:pt x="5227621" y="4283457"/>
                  <a:pt x="5206515" y="4216668"/>
                  <a:pt x="5194371" y="4141495"/>
                </a:cubicBezTo>
                <a:cubicBezTo>
                  <a:pt x="5182228" y="4066321"/>
                  <a:pt x="5176157" y="3989413"/>
                  <a:pt x="5176157" y="3910769"/>
                </a:cubicBezTo>
                <a:cubicBezTo>
                  <a:pt x="5176157" y="3836752"/>
                  <a:pt x="5183384" y="3763891"/>
                  <a:pt x="5197841" y="3692187"/>
                </a:cubicBezTo>
                <a:cubicBezTo>
                  <a:pt x="5212297" y="3620483"/>
                  <a:pt x="5235428" y="3556296"/>
                  <a:pt x="5267232" y="3499627"/>
                </a:cubicBezTo>
                <a:cubicBezTo>
                  <a:pt x="5299036" y="3442957"/>
                  <a:pt x="5340382" y="3397275"/>
                  <a:pt x="5391268" y="3362580"/>
                </a:cubicBezTo>
                <a:cubicBezTo>
                  <a:pt x="5442155" y="3327884"/>
                  <a:pt x="5504029" y="3310536"/>
                  <a:pt x="5576890" y="3310536"/>
                </a:cubicBezTo>
                <a:close/>
                <a:moveTo>
                  <a:pt x="9247614" y="3287984"/>
                </a:moveTo>
                <a:cubicBezTo>
                  <a:pt x="9386089" y="3287984"/>
                  <a:pt x="9490519" y="3330775"/>
                  <a:pt x="9560904" y="3416358"/>
                </a:cubicBezTo>
                <a:cubicBezTo>
                  <a:pt x="9631289" y="3501940"/>
                  <a:pt x="9664747" y="3619905"/>
                  <a:pt x="9661277" y="3770252"/>
                </a:cubicBezTo>
                <a:lnTo>
                  <a:pt x="8809501" y="3770252"/>
                </a:lnTo>
                <a:cubicBezTo>
                  <a:pt x="8811832" y="3706644"/>
                  <a:pt x="8822887" y="3645637"/>
                  <a:pt x="8842666" y="3587233"/>
                </a:cubicBezTo>
                <a:cubicBezTo>
                  <a:pt x="8862443" y="3528829"/>
                  <a:pt x="8890372" y="3477653"/>
                  <a:pt x="8926449" y="3433705"/>
                </a:cubicBezTo>
                <a:cubicBezTo>
                  <a:pt x="8962527" y="3389758"/>
                  <a:pt x="9007329" y="3354484"/>
                  <a:pt x="9060854" y="3327884"/>
                </a:cubicBezTo>
                <a:cubicBezTo>
                  <a:pt x="9114379" y="3301284"/>
                  <a:pt x="9176633" y="3287984"/>
                  <a:pt x="9247614" y="3287984"/>
                </a:cubicBezTo>
                <a:close/>
                <a:moveTo>
                  <a:pt x="7475964" y="3287984"/>
                </a:moveTo>
                <a:cubicBezTo>
                  <a:pt x="7614439" y="3287984"/>
                  <a:pt x="7718869" y="3330775"/>
                  <a:pt x="7789254" y="3416358"/>
                </a:cubicBezTo>
                <a:cubicBezTo>
                  <a:pt x="7859639" y="3501940"/>
                  <a:pt x="7893097" y="3619905"/>
                  <a:pt x="7889627" y="3770252"/>
                </a:cubicBezTo>
                <a:lnTo>
                  <a:pt x="7037851" y="3770252"/>
                </a:lnTo>
                <a:cubicBezTo>
                  <a:pt x="7040183" y="3706644"/>
                  <a:pt x="7051237" y="3645637"/>
                  <a:pt x="7071016" y="3587233"/>
                </a:cubicBezTo>
                <a:cubicBezTo>
                  <a:pt x="7090794" y="3528829"/>
                  <a:pt x="7118722" y="3477653"/>
                  <a:pt x="7154800" y="3433705"/>
                </a:cubicBezTo>
                <a:cubicBezTo>
                  <a:pt x="7190877" y="3389758"/>
                  <a:pt x="7235679" y="3354484"/>
                  <a:pt x="7289205" y="3327884"/>
                </a:cubicBezTo>
                <a:cubicBezTo>
                  <a:pt x="7342730" y="3301284"/>
                  <a:pt x="7404982" y="3287984"/>
                  <a:pt x="7475964" y="3287984"/>
                </a:cubicBezTo>
                <a:close/>
                <a:moveTo>
                  <a:pt x="3837415" y="3287984"/>
                </a:moveTo>
                <a:cubicBezTo>
                  <a:pt x="3975890" y="3287984"/>
                  <a:pt x="4080320" y="3330775"/>
                  <a:pt x="4150704" y="3416358"/>
                </a:cubicBezTo>
                <a:cubicBezTo>
                  <a:pt x="4221089" y="3501940"/>
                  <a:pt x="4254547" y="3619905"/>
                  <a:pt x="4251077" y="3770252"/>
                </a:cubicBezTo>
                <a:lnTo>
                  <a:pt x="3399302" y="3770252"/>
                </a:lnTo>
                <a:cubicBezTo>
                  <a:pt x="3401633" y="3706644"/>
                  <a:pt x="3412688" y="3645637"/>
                  <a:pt x="3432466" y="3587233"/>
                </a:cubicBezTo>
                <a:cubicBezTo>
                  <a:pt x="3452244" y="3528829"/>
                  <a:pt x="3480172" y="3477653"/>
                  <a:pt x="3516250" y="3433705"/>
                </a:cubicBezTo>
                <a:cubicBezTo>
                  <a:pt x="3552328" y="3389758"/>
                  <a:pt x="3597130" y="3354484"/>
                  <a:pt x="3650655" y="3327884"/>
                </a:cubicBezTo>
                <a:cubicBezTo>
                  <a:pt x="3704180" y="3301284"/>
                  <a:pt x="3766433" y="3287984"/>
                  <a:pt x="3837415" y="3287984"/>
                </a:cubicBezTo>
                <a:close/>
                <a:moveTo>
                  <a:pt x="9262278" y="3064198"/>
                </a:moveTo>
                <a:cubicBezTo>
                  <a:pt x="9147783" y="3064198"/>
                  <a:pt x="9044274" y="3084148"/>
                  <a:pt x="8951753" y="3124048"/>
                </a:cubicBezTo>
                <a:cubicBezTo>
                  <a:pt x="8859231" y="3163947"/>
                  <a:pt x="8780299" y="3221195"/>
                  <a:pt x="8714956" y="3295791"/>
                </a:cubicBezTo>
                <a:cubicBezTo>
                  <a:pt x="8649612" y="3370386"/>
                  <a:pt x="8599593" y="3461173"/>
                  <a:pt x="8564898" y="3568151"/>
                </a:cubicBezTo>
                <a:cubicBezTo>
                  <a:pt x="8530202" y="3675129"/>
                  <a:pt x="8512854" y="3795696"/>
                  <a:pt x="8512854" y="3929852"/>
                </a:cubicBezTo>
                <a:cubicBezTo>
                  <a:pt x="8512854" y="4070947"/>
                  <a:pt x="8529624" y="4194694"/>
                  <a:pt x="8563162" y="4301094"/>
                </a:cubicBezTo>
                <a:cubicBezTo>
                  <a:pt x="8596702" y="4407494"/>
                  <a:pt x="8646432" y="4495968"/>
                  <a:pt x="8712354" y="4566515"/>
                </a:cubicBezTo>
                <a:cubicBezTo>
                  <a:pt x="8778275" y="4637063"/>
                  <a:pt x="8859520" y="4690263"/>
                  <a:pt x="8956090" y="4726115"/>
                </a:cubicBezTo>
                <a:cubicBezTo>
                  <a:pt x="9052659" y="4761967"/>
                  <a:pt x="9165130" y="4779893"/>
                  <a:pt x="9293504" y="4779893"/>
                </a:cubicBezTo>
                <a:cubicBezTo>
                  <a:pt x="9367521" y="4779893"/>
                  <a:pt x="9437202" y="4774400"/>
                  <a:pt x="9502545" y="4763412"/>
                </a:cubicBezTo>
                <a:cubicBezTo>
                  <a:pt x="9567888" y="4752426"/>
                  <a:pt x="9625425" y="4739993"/>
                  <a:pt x="9675155" y="4726115"/>
                </a:cubicBezTo>
                <a:cubicBezTo>
                  <a:pt x="9724885" y="4712236"/>
                  <a:pt x="9765364" y="4698069"/>
                  <a:pt x="9796590" y="4683613"/>
                </a:cubicBezTo>
                <a:cubicBezTo>
                  <a:pt x="9827816" y="4669156"/>
                  <a:pt x="9846609" y="4658748"/>
                  <a:pt x="9852970" y="4652387"/>
                </a:cubicBezTo>
                <a:cubicBezTo>
                  <a:pt x="9859331" y="4646026"/>
                  <a:pt x="9864535" y="4639376"/>
                  <a:pt x="9868583" y="4632437"/>
                </a:cubicBezTo>
                <a:cubicBezTo>
                  <a:pt x="9872631" y="4625498"/>
                  <a:pt x="9875522" y="4617691"/>
                  <a:pt x="9877257" y="4609017"/>
                </a:cubicBezTo>
                <a:cubicBezTo>
                  <a:pt x="9878992" y="4600343"/>
                  <a:pt x="9880437" y="4590513"/>
                  <a:pt x="9881594" y="4579526"/>
                </a:cubicBezTo>
                <a:cubicBezTo>
                  <a:pt x="9882750" y="4568539"/>
                  <a:pt x="9883329" y="4555528"/>
                  <a:pt x="9883329" y="4540493"/>
                </a:cubicBezTo>
                <a:cubicBezTo>
                  <a:pt x="9883329" y="4519676"/>
                  <a:pt x="9882457" y="4502039"/>
                  <a:pt x="9880713" y="4487583"/>
                </a:cubicBezTo>
                <a:cubicBezTo>
                  <a:pt x="9878969" y="4473126"/>
                  <a:pt x="9876353" y="4461850"/>
                  <a:pt x="9872866" y="4453755"/>
                </a:cubicBezTo>
                <a:cubicBezTo>
                  <a:pt x="9869378" y="4445659"/>
                  <a:pt x="9864440" y="4439587"/>
                  <a:pt x="9858052" y="4435539"/>
                </a:cubicBezTo>
                <a:cubicBezTo>
                  <a:pt x="9851665" y="4431492"/>
                  <a:pt x="9844404" y="4429468"/>
                  <a:pt x="9836273" y="4429468"/>
                </a:cubicBezTo>
                <a:cubicBezTo>
                  <a:pt x="9822322" y="4429468"/>
                  <a:pt x="9801690" y="4435539"/>
                  <a:pt x="9774377" y="4447683"/>
                </a:cubicBezTo>
                <a:cubicBezTo>
                  <a:pt x="9747063" y="4459826"/>
                  <a:pt x="9712195" y="4473416"/>
                  <a:pt x="9669775" y="4488450"/>
                </a:cubicBezTo>
                <a:cubicBezTo>
                  <a:pt x="9627354" y="4503485"/>
                  <a:pt x="9577090" y="4517074"/>
                  <a:pt x="9518985" y="4529217"/>
                </a:cubicBezTo>
                <a:cubicBezTo>
                  <a:pt x="9460879" y="4541361"/>
                  <a:pt x="9394636" y="4547433"/>
                  <a:pt x="9320258" y="4547433"/>
                </a:cubicBezTo>
                <a:cubicBezTo>
                  <a:pt x="9226128" y="4547433"/>
                  <a:pt x="9146522" y="4534133"/>
                  <a:pt x="9081441" y="4507533"/>
                </a:cubicBezTo>
                <a:cubicBezTo>
                  <a:pt x="9016360" y="4480933"/>
                  <a:pt x="8963480" y="4442768"/>
                  <a:pt x="8922804" y="4393037"/>
                </a:cubicBezTo>
                <a:cubicBezTo>
                  <a:pt x="8882127" y="4343307"/>
                  <a:pt x="8853074" y="4283746"/>
                  <a:pt x="8835645" y="4214355"/>
                </a:cubicBezTo>
                <a:cubicBezTo>
                  <a:pt x="8818216" y="4144964"/>
                  <a:pt x="8809501" y="4066899"/>
                  <a:pt x="8809501" y="3980160"/>
                </a:cubicBezTo>
                <a:lnTo>
                  <a:pt x="9837709" y="3980160"/>
                </a:lnTo>
                <a:cubicBezTo>
                  <a:pt x="9866767" y="3980160"/>
                  <a:pt x="9892622" y="3970619"/>
                  <a:pt x="9915273" y="3951536"/>
                </a:cubicBezTo>
                <a:cubicBezTo>
                  <a:pt x="9937924" y="3932454"/>
                  <a:pt x="9949250" y="3900360"/>
                  <a:pt x="9949250" y="3855256"/>
                </a:cubicBezTo>
                <a:lnTo>
                  <a:pt x="9949250" y="3803213"/>
                </a:lnTo>
                <a:cubicBezTo>
                  <a:pt x="9949250" y="3701439"/>
                  <a:pt x="9936239" y="3605737"/>
                  <a:pt x="9910218" y="3516107"/>
                </a:cubicBezTo>
                <a:cubicBezTo>
                  <a:pt x="9884196" y="3426477"/>
                  <a:pt x="9843429" y="3348412"/>
                  <a:pt x="9787916" y="3281912"/>
                </a:cubicBezTo>
                <a:cubicBezTo>
                  <a:pt x="9732403" y="3215413"/>
                  <a:pt x="9661566" y="3162502"/>
                  <a:pt x="9575406" y="3123180"/>
                </a:cubicBezTo>
                <a:cubicBezTo>
                  <a:pt x="9489245" y="3083858"/>
                  <a:pt x="9384869" y="3064198"/>
                  <a:pt x="9262278" y="3064198"/>
                </a:cubicBezTo>
                <a:close/>
                <a:moveTo>
                  <a:pt x="7490628" y="3064198"/>
                </a:moveTo>
                <a:cubicBezTo>
                  <a:pt x="7376133" y="3064198"/>
                  <a:pt x="7272624" y="3084148"/>
                  <a:pt x="7180103" y="3124048"/>
                </a:cubicBezTo>
                <a:cubicBezTo>
                  <a:pt x="7087582" y="3163947"/>
                  <a:pt x="7008650" y="3221195"/>
                  <a:pt x="6943306" y="3295791"/>
                </a:cubicBezTo>
                <a:cubicBezTo>
                  <a:pt x="6877962" y="3370386"/>
                  <a:pt x="6827943" y="3461173"/>
                  <a:pt x="6793248" y="3568151"/>
                </a:cubicBezTo>
                <a:cubicBezTo>
                  <a:pt x="6758552" y="3675129"/>
                  <a:pt x="6741204" y="3795696"/>
                  <a:pt x="6741204" y="3929852"/>
                </a:cubicBezTo>
                <a:cubicBezTo>
                  <a:pt x="6741204" y="4070947"/>
                  <a:pt x="6757974" y="4194694"/>
                  <a:pt x="6791513" y="4301094"/>
                </a:cubicBezTo>
                <a:cubicBezTo>
                  <a:pt x="6825052" y="4407494"/>
                  <a:pt x="6874782" y="4495968"/>
                  <a:pt x="6940704" y="4566515"/>
                </a:cubicBezTo>
                <a:cubicBezTo>
                  <a:pt x="7006625" y="4637063"/>
                  <a:pt x="7087870" y="4690263"/>
                  <a:pt x="7184440" y="4726115"/>
                </a:cubicBezTo>
                <a:cubicBezTo>
                  <a:pt x="7281010" y="4761967"/>
                  <a:pt x="7393481" y="4779893"/>
                  <a:pt x="7521854" y="4779893"/>
                </a:cubicBezTo>
                <a:cubicBezTo>
                  <a:pt x="7595872" y="4779893"/>
                  <a:pt x="7665551" y="4774400"/>
                  <a:pt x="7730895" y="4763412"/>
                </a:cubicBezTo>
                <a:cubicBezTo>
                  <a:pt x="7796239" y="4752426"/>
                  <a:pt x="7853775" y="4739993"/>
                  <a:pt x="7903506" y="4726115"/>
                </a:cubicBezTo>
                <a:cubicBezTo>
                  <a:pt x="7953236" y="4712236"/>
                  <a:pt x="7993714" y="4698069"/>
                  <a:pt x="8024940" y="4683613"/>
                </a:cubicBezTo>
                <a:cubicBezTo>
                  <a:pt x="8056166" y="4669156"/>
                  <a:pt x="8074959" y="4658748"/>
                  <a:pt x="8081320" y="4652387"/>
                </a:cubicBezTo>
                <a:cubicBezTo>
                  <a:pt x="8087681" y="4646026"/>
                  <a:pt x="8092886" y="4639376"/>
                  <a:pt x="8096933" y="4632437"/>
                </a:cubicBezTo>
                <a:cubicBezTo>
                  <a:pt x="8100981" y="4625498"/>
                  <a:pt x="8103872" y="4617691"/>
                  <a:pt x="8105607" y="4609017"/>
                </a:cubicBezTo>
                <a:cubicBezTo>
                  <a:pt x="8107342" y="4600343"/>
                  <a:pt x="8108787" y="4590513"/>
                  <a:pt x="8109944" y="4579526"/>
                </a:cubicBezTo>
                <a:cubicBezTo>
                  <a:pt x="8111101" y="4568539"/>
                  <a:pt x="8111679" y="4555528"/>
                  <a:pt x="8111679" y="4540493"/>
                </a:cubicBezTo>
                <a:cubicBezTo>
                  <a:pt x="8111679" y="4519676"/>
                  <a:pt x="8110807" y="4502039"/>
                  <a:pt x="8109063" y="4487583"/>
                </a:cubicBezTo>
                <a:cubicBezTo>
                  <a:pt x="8107319" y="4473126"/>
                  <a:pt x="8104704" y="4461850"/>
                  <a:pt x="8101216" y="4453755"/>
                </a:cubicBezTo>
                <a:cubicBezTo>
                  <a:pt x="8097728" y="4445659"/>
                  <a:pt x="8092790" y="4439587"/>
                  <a:pt x="8086402" y="4435539"/>
                </a:cubicBezTo>
                <a:cubicBezTo>
                  <a:pt x="8080014" y="4431492"/>
                  <a:pt x="8072755" y="4429468"/>
                  <a:pt x="8064623" y="4429468"/>
                </a:cubicBezTo>
                <a:cubicBezTo>
                  <a:pt x="8050672" y="4429468"/>
                  <a:pt x="8030041" y="4435539"/>
                  <a:pt x="8002727" y="4447683"/>
                </a:cubicBezTo>
                <a:cubicBezTo>
                  <a:pt x="7975413" y="4459826"/>
                  <a:pt x="7940546" y="4473416"/>
                  <a:pt x="7898125" y="4488450"/>
                </a:cubicBezTo>
                <a:cubicBezTo>
                  <a:pt x="7855704" y="4503485"/>
                  <a:pt x="7805441" y="4517074"/>
                  <a:pt x="7747335" y="4529217"/>
                </a:cubicBezTo>
                <a:cubicBezTo>
                  <a:pt x="7689228" y="4541361"/>
                  <a:pt x="7622987" y="4547433"/>
                  <a:pt x="7548608" y="4547433"/>
                </a:cubicBezTo>
                <a:cubicBezTo>
                  <a:pt x="7454478" y="4547433"/>
                  <a:pt x="7374873" y="4534133"/>
                  <a:pt x="7309791" y="4507533"/>
                </a:cubicBezTo>
                <a:cubicBezTo>
                  <a:pt x="7244710" y="4480933"/>
                  <a:pt x="7191831" y="4442768"/>
                  <a:pt x="7151154" y="4393037"/>
                </a:cubicBezTo>
                <a:cubicBezTo>
                  <a:pt x="7110477" y="4343307"/>
                  <a:pt x="7081424" y="4283746"/>
                  <a:pt x="7063995" y="4214355"/>
                </a:cubicBezTo>
                <a:cubicBezTo>
                  <a:pt x="7046566" y="4144964"/>
                  <a:pt x="7037851" y="4066899"/>
                  <a:pt x="7037851" y="3980160"/>
                </a:cubicBezTo>
                <a:lnTo>
                  <a:pt x="8066060" y="3980160"/>
                </a:lnTo>
                <a:cubicBezTo>
                  <a:pt x="8095117" y="3980160"/>
                  <a:pt x="8120971" y="3970619"/>
                  <a:pt x="8143623" y="3951536"/>
                </a:cubicBezTo>
                <a:cubicBezTo>
                  <a:pt x="8166275" y="3932454"/>
                  <a:pt x="8177600" y="3900360"/>
                  <a:pt x="8177600" y="3855256"/>
                </a:cubicBezTo>
                <a:lnTo>
                  <a:pt x="8177600" y="3803213"/>
                </a:lnTo>
                <a:cubicBezTo>
                  <a:pt x="8177600" y="3701439"/>
                  <a:pt x="8164590" y="3605737"/>
                  <a:pt x="8138568" y="3516107"/>
                </a:cubicBezTo>
                <a:cubicBezTo>
                  <a:pt x="8112546" y="3426477"/>
                  <a:pt x="8071779" y="3348412"/>
                  <a:pt x="8016266" y="3281912"/>
                </a:cubicBezTo>
                <a:cubicBezTo>
                  <a:pt x="7960753" y="3215413"/>
                  <a:pt x="7889917" y="3162502"/>
                  <a:pt x="7803756" y="3123180"/>
                </a:cubicBezTo>
                <a:cubicBezTo>
                  <a:pt x="7717595" y="3083858"/>
                  <a:pt x="7613220" y="3064198"/>
                  <a:pt x="7490628" y="3064198"/>
                </a:cubicBezTo>
                <a:close/>
                <a:moveTo>
                  <a:pt x="3852079" y="3064198"/>
                </a:moveTo>
                <a:cubicBezTo>
                  <a:pt x="3737583" y="3064198"/>
                  <a:pt x="3634075" y="3084148"/>
                  <a:pt x="3541554" y="3124048"/>
                </a:cubicBezTo>
                <a:cubicBezTo>
                  <a:pt x="3449032" y="3163947"/>
                  <a:pt x="3370100" y="3221195"/>
                  <a:pt x="3304757" y="3295791"/>
                </a:cubicBezTo>
                <a:cubicBezTo>
                  <a:pt x="3239413" y="3370386"/>
                  <a:pt x="3189394" y="3461173"/>
                  <a:pt x="3154698" y="3568151"/>
                </a:cubicBezTo>
                <a:cubicBezTo>
                  <a:pt x="3120003" y="3675129"/>
                  <a:pt x="3102655" y="3795696"/>
                  <a:pt x="3102655" y="3929852"/>
                </a:cubicBezTo>
                <a:cubicBezTo>
                  <a:pt x="3102655" y="4070947"/>
                  <a:pt x="3119424" y="4194694"/>
                  <a:pt x="3152963" y="4301094"/>
                </a:cubicBezTo>
                <a:cubicBezTo>
                  <a:pt x="3186502" y="4407494"/>
                  <a:pt x="3236233" y="4495968"/>
                  <a:pt x="3302154" y="4566515"/>
                </a:cubicBezTo>
                <a:cubicBezTo>
                  <a:pt x="3368076" y="4637063"/>
                  <a:pt x="3449321" y="4690263"/>
                  <a:pt x="3545891" y="4726115"/>
                </a:cubicBezTo>
                <a:cubicBezTo>
                  <a:pt x="3642460" y="4761967"/>
                  <a:pt x="3754931" y="4779893"/>
                  <a:pt x="3883305" y="4779893"/>
                </a:cubicBezTo>
                <a:cubicBezTo>
                  <a:pt x="3957322" y="4779893"/>
                  <a:pt x="4027002" y="4774400"/>
                  <a:pt x="4092346" y="4763412"/>
                </a:cubicBezTo>
                <a:cubicBezTo>
                  <a:pt x="4157689" y="4752426"/>
                  <a:pt x="4215226" y="4739993"/>
                  <a:pt x="4264956" y="4726115"/>
                </a:cubicBezTo>
                <a:cubicBezTo>
                  <a:pt x="4314686" y="4712236"/>
                  <a:pt x="4355164" y="4698069"/>
                  <a:pt x="4386390" y="4683613"/>
                </a:cubicBezTo>
                <a:cubicBezTo>
                  <a:pt x="4417617" y="4669156"/>
                  <a:pt x="4436410" y="4658748"/>
                  <a:pt x="4442770" y="4652387"/>
                </a:cubicBezTo>
                <a:cubicBezTo>
                  <a:pt x="4449131" y="4646026"/>
                  <a:pt x="4454336" y="4639376"/>
                  <a:pt x="4458384" y="4632437"/>
                </a:cubicBezTo>
                <a:cubicBezTo>
                  <a:pt x="4462431" y="4625498"/>
                  <a:pt x="4465323" y="4617691"/>
                  <a:pt x="4467057" y="4609017"/>
                </a:cubicBezTo>
                <a:cubicBezTo>
                  <a:pt x="4468792" y="4600343"/>
                  <a:pt x="4470238" y="4590513"/>
                  <a:pt x="4471395" y="4579526"/>
                </a:cubicBezTo>
                <a:cubicBezTo>
                  <a:pt x="4472551" y="4568539"/>
                  <a:pt x="4473129" y="4555528"/>
                  <a:pt x="4473129" y="4540493"/>
                </a:cubicBezTo>
                <a:cubicBezTo>
                  <a:pt x="4473129" y="4519676"/>
                  <a:pt x="4472257" y="4502039"/>
                  <a:pt x="4470513" y="4487583"/>
                </a:cubicBezTo>
                <a:cubicBezTo>
                  <a:pt x="4468770" y="4473126"/>
                  <a:pt x="4466154" y="4461850"/>
                  <a:pt x="4462666" y="4453755"/>
                </a:cubicBezTo>
                <a:cubicBezTo>
                  <a:pt x="4459178" y="4445659"/>
                  <a:pt x="4454241" y="4439587"/>
                  <a:pt x="4447853" y="4435539"/>
                </a:cubicBezTo>
                <a:cubicBezTo>
                  <a:pt x="4441465" y="4431492"/>
                  <a:pt x="4434205" y="4429468"/>
                  <a:pt x="4426073" y="4429468"/>
                </a:cubicBezTo>
                <a:cubicBezTo>
                  <a:pt x="4412123" y="4429468"/>
                  <a:pt x="4391490" y="4435539"/>
                  <a:pt x="4364177" y="4447683"/>
                </a:cubicBezTo>
                <a:cubicBezTo>
                  <a:pt x="4336863" y="4459826"/>
                  <a:pt x="4301996" y="4473416"/>
                  <a:pt x="4259575" y="4488450"/>
                </a:cubicBezTo>
                <a:cubicBezTo>
                  <a:pt x="4217155" y="4503485"/>
                  <a:pt x="4166891" y="4517074"/>
                  <a:pt x="4108785" y="4529217"/>
                </a:cubicBezTo>
                <a:cubicBezTo>
                  <a:pt x="4050679" y="4541361"/>
                  <a:pt x="3984437" y="4547433"/>
                  <a:pt x="3910059" y="4547433"/>
                </a:cubicBezTo>
                <a:cubicBezTo>
                  <a:pt x="3815929" y="4547433"/>
                  <a:pt x="3736323" y="4534133"/>
                  <a:pt x="3671242" y="4507533"/>
                </a:cubicBezTo>
                <a:cubicBezTo>
                  <a:pt x="3606161" y="4480933"/>
                  <a:pt x="3553281" y="4442768"/>
                  <a:pt x="3512604" y="4393037"/>
                </a:cubicBezTo>
                <a:cubicBezTo>
                  <a:pt x="3471928" y="4343307"/>
                  <a:pt x="3442875" y="4283746"/>
                  <a:pt x="3425445" y="4214355"/>
                </a:cubicBezTo>
                <a:cubicBezTo>
                  <a:pt x="3408016" y="4144964"/>
                  <a:pt x="3399302" y="4066899"/>
                  <a:pt x="3399302" y="3980160"/>
                </a:cubicBezTo>
                <a:lnTo>
                  <a:pt x="4427510" y="3980160"/>
                </a:lnTo>
                <a:cubicBezTo>
                  <a:pt x="4456568" y="3980160"/>
                  <a:pt x="4482423" y="3970619"/>
                  <a:pt x="4505073" y="3951536"/>
                </a:cubicBezTo>
                <a:cubicBezTo>
                  <a:pt x="4527726" y="3932454"/>
                  <a:pt x="4539051" y="3900360"/>
                  <a:pt x="4539051" y="3855256"/>
                </a:cubicBezTo>
                <a:lnTo>
                  <a:pt x="4539051" y="3803213"/>
                </a:lnTo>
                <a:cubicBezTo>
                  <a:pt x="4539051" y="3701439"/>
                  <a:pt x="4526040" y="3605737"/>
                  <a:pt x="4500018" y="3516107"/>
                </a:cubicBezTo>
                <a:cubicBezTo>
                  <a:pt x="4473996" y="3426477"/>
                  <a:pt x="4433229" y="3348412"/>
                  <a:pt x="4377717" y="3281912"/>
                </a:cubicBezTo>
                <a:cubicBezTo>
                  <a:pt x="4322203" y="3215413"/>
                  <a:pt x="4251367" y="3162502"/>
                  <a:pt x="4165206" y="3123180"/>
                </a:cubicBezTo>
                <a:cubicBezTo>
                  <a:pt x="4079045" y="3083858"/>
                  <a:pt x="3974670" y="3064198"/>
                  <a:pt x="3852079" y="3064198"/>
                </a:cubicBezTo>
                <a:close/>
                <a:moveTo>
                  <a:pt x="1671184" y="2748468"/>
                </a:moveTo>
                <a:lnTo>
                  <a:pt x="1922727" y="2748468"/>
                </a:lnTo>
                <a:cubicBezTo>
                  <a:pt x="1981709" y="2748468"/>
                  <a:pt x="2029415" y="2750203"/>
                  <a:pt x="2065846" y="2753673"/>
                </a:cubicBezTo>
                <a:cubicBezTo>
                  <a:pt x="2102276" y="2757142"/>
                  <a:pt x="2134948" y="2762925"/>
                  <a:pt x="2163861" y="2771020"/>
                </a:cubicBezTo>
                <a:cubicBezTo>
                  <a:pt x="2256382" y="2797620"/>
                  <a:pt x="2322304" y="2841279"/>
                  <a:pt x="2361626" y="2901996"/>
                </a:cubicBezTo>
                <a:cubicBezTo>
                  <a:pt x="2400947" y="2962713"/>
                  <a:pt x="2420608" y="3037019"/>
                  <a:pt x="2420608" y="3124915"/>
                </a:cubicBezTo>
                <a:cubicBezTo>
                  <a:pt x="2420608" y="3179271"/>
                  <a:pt x="2411645" y="3229580"/>
                  <a:pt x="2393719" y="3275841"/>
                </a:cubicBezTo>
                <a:cubicBezTo>
                  <a:pt x="2375793" y="3322102"/>
                  <a:pt x="2347747" y="3362290"/>
                  <a:pt x="2309582" y="3396408"/>
                </a:cubicBezTo>
                <a:cubicBezTo>
                  <a:pt x="2271417" y="3430525"/>
                  <a:pt x="2223711" y="3457125"/>
                  <a:pt x="2166463" y="3476207"/>
                </a:cubicBezTo>
                <a:cubicBezTo>
                  <a:pt x="2109215" y="3495290"/>
                  <a:pt x="2041270" y="3504831"/>
                  <a:pt x="1962627" y="3504831"/>
                </a:cubicBezTo>
                <a:lnTo>
                  <a:pt x="1671184" y="3504831"/>
                </a:lnTo>
                <a:close/>
                <a:moveTo>
                  <a:pt x="1483828" y="2502130"/>
                </a:moveTo>
                <a:cubicBezTo>
                  <a:pt x="1457228" y="2502130"/>
                  <a:pt x="1432074" y="2511093"/>
                  <a:pt x="1408365" y="2529019"/>
                </a:cubicBezTo>
                <a:cubicBezTo>
                  <a:pt x="1384656" y="2546945"/>
                  <a:pt x="1372802" y="2578460"/>
                  <a:pt x="1372802" y="2623564"/>
                </a:cubicBezTo>
                <a:lnTo>
                  <a:pt x="1372802" y="4701828"/>
                </a:lnTo>
                <a:cubicBezTo>
                  <a:pt x="1372802" y="4711080"/>
                  <a:pt x="1375115" y="4719176"/>
                  <a:pt x="1379741" y="4726115"/>
                </a:cubicBezTo>
                <a:cubicBezTo>
                  <a:pt x="1384367" y="4733054"/>
                  <a:pt x="1392463" y="4738547"/>
                  <a:pt x="1404028" y="4742595"/>
                </a:cubicBezTo>
                <a:cubicBezTo>
                  <a:pt x="1415593" y="4746643"/>
                  <a:pt x="1430917" y="4750113"/>
                  <a:pt x="1450000" y="4753004"/>
                </a:cubicBezTo>
                <a:cubicBezTo>
                  <a:pt x="1469082" y="4755895"/>
                  <a:pt x="1493080" y="4757341"/>
                  <a:pt x="1521993" y="4757341"/>
                </a:cubicBezTo>
                <a:cubicBezTo>
                  <a:pt x="1550906" y="4757341"/>
                  <a:pt x="1574904" y="4755895"/>
                  <a:pt x="1593986" y="4753004"/>
                </a:cubicBezTo>
                <a:cubicBezTo>
                  <a:pt x="1613069" y="4750113"/>
                  <a:pt x="1628103" y="4746643"/>
                  <a:pt x="1639091" y="4742595"/>
                </a:cubicBezTo>
                <a:cubicBezTo>
                  <a:pt x="1650078" y="4738547"/>
                  <a:pt x="1658173" y="4733054"/>
                  <a:pt x="1663377" y="4726115"/>
                </a:cubicBezTo>
                <a:cubicBezTo>
                  <a:pt x="1668582" y="4719176"/>
                  <a:pt x="1671184" y="4711080"/>
                  <a:pt x="1671184" y="4701828"/>
                </a:cubicBezTo>
                <a:lnTo>
                  <a:pt x="1671184" y="3745965"/>
                </a:lnTo>
                <a:lnTo>
                  <a:pt x="1870683" y="3745965"/>
                </a:lnTo>
                <a:cubicBezTo>
                  <a:pt x="1938918" y="3745965"/>
                  <a:pt x="1997322" y="3756085"/>
                  <a:pt x="2045896" y="3776324"/>
                </a:cubicBezTo>
                <a:cubicBezTo>
                  <a:pt x="2094470" y="3796563"/>
                  <a:pt x="2136683" y="3824898"/>
                  <a:pt x="2172535" y="3861328"/>
                </a:cubicBezTo>
                <a:cubicBezTo>
                  <a:pt x="2208387" y="3897758"/>
                  <a:pt x="2239324" y="3941128"/>
                  <a:pt x="2265345" y="3991436"/>
                </a:cubicBezTo>
                <a:cubicBezTo>
                  <a:pt x="2291367" y="4041745"/>
                  <a:pt x="2316521" y="4096969"/>
                  <a:pt x="2340808" y="4157108"/>
                </a:cubicBezTo>
                <a:lnTo>
                  <a:pt x="2547247" y="4686215"/>
                </a:lnTo>
                <a:cubicBezTo>
                  <a:pt x="2551873" y="4700093"/>
                  <a:pt x="2557366" y="4711658"/>
                  <a:pt x="2563727" y="4720910"/>
                </a:cubicBezTo>
                <a:cubicBezTo>
                  <a:pt x="2570088" y="4730163"/>
                  <a:pt x="2579051" y="4737391"/>
                  <a:pt x="2590616" y="4742595"/>
                </a:cubicBezTo>
                <a:cubicBezTo>
                  <a:pt x="2602182" y="4747799"/>
                  <a:pt x="2617505" y="4751558"/>
                  <a:pt x="2636588" y="4753871"/>
                </a:cubicBezTo>
                <a:cubicBezTo>
                  <a:pt x="2655671" y="4756184"/>
                  <a:pt x="2680247" y="4757341"/>
                  <a:pt x="2710316" y="4757341"/>
                </a:cubicBezTo>
                <a:cubicBezTo>
                  <a:pt x="2745012" y="4757341"/>
                  <a:pt x="2772768" y="4756184"/>
                  <a:pt x="2793585" y="4753871"/>
                </a:cubicBezTo>
                <a:cubicBezTo>
                  <a:pt x="2814403" y="4751558"/>
                  <a:pt x="2830594" y="4748089"/>
                  <a:pt x="2842159" y="4743462"/>
                </a:cubicBezTo>
                <a:cubicBezTo>
                  <a:pt x="2853724" y="4738837"/>
                  <a:pt x="2861242" y="4733054"/>
                  <a:pt x="2864711" y="4726115"/>
                </a:cubicBezTo>
                <a:cubicBezTo>
                  <a:pt x="2868181" y="4719176"/>
                  <a:pt x="2869916" y="4711080"/>
                  <a:pt x="2869916" y="4701828"/>
                </a:cubicBezTo>
                <a:cubicBezTo>
                  <a:pt x="2869916" y="4692576"/>
                  <a:pt x="2867602" y="4679565"/>
                  <a:pt x="2862976" y="4662795"/>
                </a:cubicBezTo>
                <a:cubicBezTo>
                  <a:pt x="2858350" y="4646026"/>
                  <a:pt x="2847941" y="4616824"/>
                  <a:pt x="2831750" y="4575189"/>
                </a:cubicBezTo>
                <a:lnTo>
                  <a:pt x="2630516" y="4080777"/>
                </a:lnTo>
                <a:cubicBezTo>
                  <a:pt x="2607386" y="4024108"/>
                  <a:pt x="2584255" y="3973221"/>
                  <a:pt x="2561125" y="3928117"/>
                </a:cubicBezTo>
                <a:cubicBezTo>
                  <a:pt x="2537995" y="3883013"/>
                  <a:pt x="2513419" y="3843113"/>
                  <a:pt x="2487397" y="3808417"/>
                </a:cubicBezTo>
                <a:cubicBezTo>
                  <a:pt x="2461375" y="3773722"/>
                  <a:pt x="2433330" y="3743941"/>
                  <a:pt x="2403260" y="3719076"/>
                </a:cubicBezTo>
                <a:cubicBezTo>
                  <a:pt x="2373191" y="3694211"/>
                  <a:pt x="2339652" y="3673683"/>
                  <a:pt x="2302643" y="3657492"/>
                </a:cubicBezTo>
                <a:cubicBezTo>
                  <a:pt x="2368565" y="3634361"/>
                  <a:pt x="2428125" y="3606027"/>
                  <a:pt x="2481325" y="3572488"/>
                </a:cubicBezTo>
                <a:cubicBezTo>
                  <a:pt x="2534525" y="3538949"/>
                  <a:pt x="2580208" y="3499338"/>
                  <a:pt x="2618373" y="3453655"/>
                </a:cubicBezTo>
                <a:cubicBezTo>
                  <a:pt x="2656538" y="3407973"/>
                  <a:pt x="2685740" y="3355351"/>
                  <a:pt x="2705979" y="3295791"/>
                </a:cubicBezTo>
                <a:cubicBezTo>
                  <a:pt x="2726218" y="3236230"/>
                  <a:pt x="2736338" y="3168863"/>
                  <a:pt x="2736338" y="3093689"/>
                </a:cubicBezTo>
                <a:cubicBezTo>
                  <a:pt x="2736338" y="3016202"/>
                  <a:pt x="2725062" y="2945365"/>
                  <a:pt x="2702510" y="2881179"/>
                </a:cubicBezTo>
                <a:cubicBezTo>
                  <a:pt x="2679957" y="2816992"/>
                  <a:pt x="2646129" y="2760033"/>
                  <a:pt x="2601025" y="2710303"/>
                </a:cubicBezTo>
                <a:cubicBezTo>
                  <a:pt x="2555921" y="2660573"/>
                  <a:pt x="2500119" y="2619516"/>
                  <a:pt x="2433619" y="2587134"/>
                </a:cubicBezTo>
                <a:cubicBezTo>
                  <a:pt x="2367119" y="2554751"/>
                  <a:pt x="2290500" y="2531043"/>
                  <a:pt x="2203761" y="2516008"/>
                </a:cubicBezTo>
                <a:cubicBezTo>
                  <a:pt x="2173691" y="2512538"/>
                  <a:pt x="2139863" y="2509358"/>
                  <a:pt x="2102276" y="2506467"/>
                </a:cubicBezTo>
                <a:cubicBezTo>
                  <a:pt x="2064689" y="2503575"/>
                  <a:pt x="2017561" y="2502130"/>
                  <a:pt x="1960892" y="2502130"/>
                </a:cubicBezTo>
                <a:close/>
                <a:moveTo>
                  <a:pt x="6170183" y="2337326"/>
                </a:moveTo>
                <a:cubicBezTo>
                  <a:pt x="6142427" y="2337326"/>
                  <a:pt x="6119585" y="2338772"/>
                  <a:pt x="6101660" y="2341663"/>
                </a:cubicBezTo>
                <a:cubicBezTo>
                  <a:pt x="6083734" y="2344554"/>
                  <a:pt x="6068988" y="2348024"/>
                  <a:pt x="6057423" y="2352072"/>
                </a:cubicBezTo>
                <a:cubicBezTo>
                  <a:pt x="6045857" y="2356119"/>
                  <a:pt x="6038051" y="2361902"/>
                  <a:pt x="6034003" y="2369419"/>
                </a:cubicBezTo>
                <a:cubicBezTo>
                  <a:pt x="6029956" y="2376937"/>
                  <a:pt x="6027932" y="2384743"/>
                  <a:pt x="6027932" y="2392839"/>
                </a:cubicBezTo>
                <a:lnTo>
                  <a:pt x="6027932" y="3300128"/>
                </a:lnTo>
                <a:cubicBezTo>
                  <a:pt x="5953914" y="3222641"/>
                  <a:pt x="5879030" y="3163947"/>
                  <a:pt x="5803278" y="3124048"/>
                </a:cubicBezTo>
                <a:cubicBezTo>
                  <a:pt x="5727526" y="3084148"/>
                  <a:pt x="5643968" y="3064198"/>
                  <a:pt x="5552603" y="3064198"/>
                </a:cubicBezTo>
                <a:cubicBezTo>
                  <a:pt x="5442734" y="3064198"/>
                  <a:pt x="5345875" y="3084726"/>
                  <a:pt x="5262028" y="3125782"/>
                </a:cubicBezTo>
                <a:cubicBezTo>
                  <a:pt x="5178180" y="3166839"/>
                  <a:pt x="5107921" y="3225532"/>
                  <a:pt x="5051252" y="3301862"/>
                </a:cubicBezTo>
                <a:cubicBezTo>
                  <a:pt x="4994582" y="3378193"/>
                  <a:pt x="4951792" y="3470425"/>
                  <a:pt x="4922878" y="3578559"/>
                </a:cubicBezTo>
                <a:cubicBezTo>
                  <a:pt x="4893966" y="3686694"/>
                  <a:pt x="4879509" y="3807839"/>
                  <a:pt x="4879509" y="3941995"/>
                </a:cubicBezTo>
                <a:cubicBezTo>
                  <a:pt x="4879509" y="4055334"/>
                  <a:pt x="4891074" y="4163179"/>
                  <a:pt x="4914204" y="4265531"/>
                </a:cubicBezTo>
                <a:cubicBezTo>
                  <a:pt x="4937335" y="4367883"/>
                  <a:pt x="4974054" y="4456935"/>
                  <a:pt x="5024363" y="4532687"/>
                </a:cubicBezTo>
                <a:cubicBezTo>
                  <a:pt x="5074671" y="4608439"/>
                  <a:pt x="5140304" y="4668578"/>
                  <a:pt x="5221261" y="4713104"/>
                </a:cubicBezTo>
                <a:cubicBezTo>
                  <a:pt x="5302217" y="4757630"/>
                  <a:pt x="5399943" y="4779893"/>
                  <a:pt x="5514438" y="4779893"/>
                </a:cubicBezTo>
                <a:cubicBezTo>
                  <a:pt x="5619681" y="4779893"/>
                  <a:pt x="5716539" y="4755028"/>
                  <a:pt x="5805013" y="4705297"/>
                </a:cubicBezTo>
                <a:cubicBezTo>
                  <a:pt x="5893486" y="4655567"/>
                  <a:pt x="5978780" y="4586176"/>
                  <a:pt x="6060892" y="4497124"/>
                </a:cubicBezTo>
                <a:lnTo>
                  <a:pt x="6060892" y="4703563"/>
                </a:lnTo>
                <a:cubicBezTo>
                  <a:pt x="6060892" y="4712815"/>
                  <a:pt x="6063205" y="4720910"/>
                  <a:pt x="6067832" y="4727849"/>
                </a:cubicBezTo>
                <a:cubicBezTo>
                  <a:pt x="6072458" y="4734789"/>
                  <a:pt x="6079975" y="4740282"/>
                  <a:pt x="6090384" y="4744330"/>
                </a:cubicBezTo>
                <a:cubicBezTo>
                  <a:pt x="6100792" y="4748378"/>
                  <a:pt x="6114093" y="4751558"/>
                  <a:pt x="6130284" y="4753871"/>
                </a:cubicBezTo>
                <a:cubicBezTo>
                  <a:pt x="6146474" y="4756184"/>
                  <a:pt x="6166714" y="4757341"/>
                  <a:pt x="6191001" y="4757341"/>
                </a:cubicBezTo>
                <a:cubicBezTo>
                  <a:pt x="6214131" y="4757341"/>
                  <a:pt x="6233792" y="4756184"/>
                  <a:pt x="6249983" y="4753871"/>
                </a:cubicBezTo>
                <a:cubicBezTo>
                  <a:pt x="6266174" y="4751558"/>
                  <a:pt x="6279185" y="4748378"/>
                  <a:pt x="6289016" y="4744330"/>
                </a:cubicBezTo>
                <a:cubicBezTo>
                  <a:pt x="6298846" y="4740282"/>
                  <a:pt x="6305786" y="4734789"/>
                  <a:pt x="6309833" y="4727849"/>
                </a:cubicBezTo>
                <a:cubicBezTo>
                  <a:pt x="6313880" y="4720910"/>
                  <a:pt x="6315905" y="4712815"/>
                  <a:pt x="6315905" y="4703563"/>
                </a:cubicBezTo>
                <a:lnTo>
                  <a:pt x="6315905" y="2392839"/>
                </a:lnTo>
                <a:cubicBezTo>
                  <a:pt x="6315905" y="2384743"/>
                  <a:pt x="6313303" y="2376937"/>
                  <a:pt x="6308098" y="2369419"/>
                </a:cubicBezTo>
                <a:cubicBezTo>
                  <a:pt x="6302894" y="2361902"/>
                  <a:pt x="6295087" y="2356119"/>
                  <a:pt x="6284679" y="2352072"/>
                </a:cubicBezTo>
                <a:cubicBezTo>
                  <a:pt x="6274270" y="2348024"/>
                  <a:pt x="6259814" y="2344554"/>
                  <a:pt x="6241309" y="2341663"/>
                </a:cubicBezTo>
                <a:cubicBezTo>
                  <a:pt x="6222805" y="2338772"/>
                  <a:pt x="6199097" y="2337326"/>
                  <a:pt x="6170183" y="233732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0" dirty="0"/>
          </a:p>
        </p:txBody>
      </p:sp>
    </p:spTree>
    <p:extLst>
      <p:ext uri="{BB962C8B-B14F-4D97-AF65-F5344CB8AC3E}">
        <p14:creationId xmlns:p14="http://schemas.microsoft.com/office/powerpoint/2010/main" val="2939875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6A020-02B0-8431-FC10-1566B3129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7D846-FA3F-295A-6DAF-A2C16CC3099B}"/>
              </a:ext>
            </a:extLst>
          </p:cNvPr>
          <p:cNvSpPr txBox="1"/>
          <p:nvPr/>
        </p:nvSpPr>
        <p:spPr>
          <a:xfrm>
            <a:off x="-38061900" y="-11201400"/>
            <a:ext cx="72066150" cy="252031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576890" y="3310536"/>
                </a:moveTo>
                <a:cubicBezTo>
                  <a:pt x="5655533" y="3310536"/>
                  <a:pt x="5730996" y="3335691"/>
                  <a:pt x="5803278" y="3385999"/>
                </a:cubicBezTo>
                <a:cubicBezTo>
                  <a:pt x="5875561" y="3436308"/>
                  <a:pt x="5950445" y="3509457"/>
                  <a:pt x="6027932" y="3605448"/>
                </a:cubicBezTo>
                <a:lnTo>
                  <a:pt x="6027932" y="4229968"/>
                </a:lnTo>
                <a:cubicBezTo>
                  <a:pt x="5982827" y="4286638"/>
                  <a:pt x="5940036" y="4334344"/>
                  <a:pt x="5899558" y="4373087"/>
                </a:cubicBezTo>
                <a:cubicBezTo>
                  <a:pt x="5859080" y="4411831"/>
                  <a:pt x="5820337" y="4443346"/>
                  <a:pt x="5783328" y="4467633"/>
                </a:cubicBezTo>
                <a:cubicBezTo>
                  <a:pt x="5746320" y="4491920"/>
                  <a:pt x="5710178" y="4509267"/>
                  <a:pt x="5674905" y="4519676"/>
                </a:cubicBezTo>
                <a:cubicBezTo>
                  <a:pt x="5639631" y="4530085"/>
                  <a:pt x="5602911" y="4535289"/>
                  <a:pt x="5564747" y="4535289"/>
                </a:cubicBezTo>
                <a:cubicBezTo>
                  <a:pt x="5489573" y="4535289"/>
                  <a:pt x="5427121" y="4517652"/>
                  <a:pt x="5377390" y="4482378"/>
                </a:cubicBezTo>
                <a:cubicBezTo>
                  <a:pt x="5327661" y="4447105"/>
                  <a:pt x="5287761" y="4400266"/>
                  <a:pt x="5257691" y="4341861"/>
                </a:cubicBezTo>
                <a:cubicBezTo>
                  <a:pt x="5227621" y="4283457"/>
                  <a:pt x="5206515" y="4216668"/>
                  <a:pt x="5194371" y="4141495"/>
                </a:cubicBezTo>
                <a:cubicBezTo>
                  <a:pt x="5182228" y="4066321"/>
                  <a:pt x="5176157" y="3989413"/>
                  <a:pt x="5176157" y="3910769"/>
                </a:cubicBezTo>
                <a:cubicBezTo>
                  <a:pt x="5176157" y="3836752"/>
                  <a:pt x="5183384" y="3763891"/>
                  <a:pt x="5197841" y="3692187"/>
                </a:cubicBezTo>
                <a:cubicBezTo>
                  <a:pt x="5212297" y="3620483"/>
                  <a:pt x="5235428" y="3556296"/>
                  <a:pt x="5267232" y="3499627"/>
                </a:cubicBezTo>
                <a:cubicBezTo>
                  <a:pt x="5299036" y="3442957"/>
                  <a:pt x="5340382" y="3397275"/>
                  <a:pt x="5391268" y="3362580"/>
                </a:cubicBezTo>
                <a:cubicBezTo>
                  <a:pt x="5442155" y="3327884"/>
                  <a:pt x="5504029" y="3310536"/>
                  <a:pt x="5576890" y="3310536"/>
                </a:cubicBezTo>
                <a:close/>
                <a:moveTo>
                  <a:pt x="9247614" y="3287984"/>
                </a:moveTo>
                <a:cubicBezTo>
                  <a:pt x="9386089" y="3287984"/>
                  <a:pt x="9490519" y="3330775"/>
                  <a:pt x="9560904" y="3416358"/>
                </a:cubicBezTo>
                <a:cubicBezTo>
                  <a:pt x="9631289" y="3501940"/>
                  <a:pt x="9664747" y="3619905"/>
                  <a:pt x="9661277" y="3770252"/>
                </a:cubicBezTo>
                <a:lnTo>
                  <a:pt x="8809501" y="3770252"/>
                </a:lnTo>
                <a:cubicBezTo>
                  <a:pt x="8811832" y="3706644"/>
                  <a:pt x="8822887" y="3645637"/>
                  <a:pt x="8842666" y="3587233"/>
                </a:cubicBezTo>
                <a:cubicBezTo>
                  <a:pt x="8862443" y="3528829"/>
                  <a:pt x="8890372" y="3477653"/>
                  <a:pt x="8926449" y="3433705"/>
                </a:cubicBezTo>
                <a:cubicBezTo>
                  <a:pt x="8962527" y="3389758"/>
                  <a:pt x="9007329" y="3354484"/>
                  <a:pt x="9060854" y="3327884"/>
                </a:cubicBezTo>
                <a:cubicBezTo>
                  <a:pt x="9114379" y="3301284"/>
                  <a:pt x="9176633" y="3287984"/>
                  <a:pt x="9247614" y="3287984"/>
                </a:cubicBezTo>
                <a:close/>
                <a:moveTo>
                  <a:pt x="7475964" y="3287984"/>
                </a:moveTo>
                <a:cubicBezTo>
                  <a:pt x="7614439" y="3287984"/>
                  <a:pt x="7718869" y="3330775"/>
                  <a:pt x="7789254" y="3416358"/>
                </a:cubicBezTo>
                <a:cubicBezTo>
                  <a:pt x="7859639" y="3501940"/>
                  <a:pt x="7893097" y="3619905"/>
                  <a:pt x="7889627" y="3770252"/>
                </a:cubicBezTo>
                <a:lnTo>
                  <a:pt x="7037851" y="3770252"/>
                </a:lnTo>
                <a:cubicBezTo>
                  <a:pt x="7040183" y="3706644"/>
                  <a:pt x="7051237" y="3645637"/>
                  <a:pt x="7071016" y="3587233"/>
                </a:cubicBezTo>
                <a:cubicBezTo>
                  <a:pt x="7090794" y="3528829"/>
                  <a:pt x="7118722" y="3477653"/>
                  <a:pt x="7154800" y="3433705"/>
                </a:cubicBezTo>
                <a:cubicBezTo>
                  <a:pt x="7190877" y="3389758"/>
                  <a:pt x="7235679" y="3354484"/>
                  <a:pt x="7289205" y="3327884"/>
                </a:cubicBezTo>
                <a:cubicBezTo>
                  <a:pt x="7342730" y="3301284"/>
                  <a:pt x="7404982" y="3287984"/>
                  <a:pt x="7475964" y="3287984"/>
                </a:cubicBezTo>
                <a:close/>
                <a:moveTo>
                  <a:pt x="3837415" y="3287984"/>
                </a:moveTo>
                <a:cubicBezTo>
                  <a:pt x="3975890" y="3287984"/>
                  <a:pt x="4080320" y="3330775"/>
                  <a:pt x="4150704" y="3416358"/>
                </a:cubicBezTo>
                <a:cubicBezTo>
                  <a:pt x="4221089" y="3501940"/>
                  <a:pt x="4254547" y="3619905"/>
                  <a:pt x="4251077" y="3770252"/>
                </a:cubicBezTo>
                <a:lnTo>
                  <a:pt x="3399302" y="3770252"/>
                </a:lnTo>
                <a:cubicBezTo>
                  <a:pt x="3401633" y="3706644"/>
                  <a:pt x="3412688" y="3645637"/>
                  <a:pt x="3432466" y="3587233"/>
                </a:cubicBezTo>
                <a:cubicBezTo>
                  <a:pt x="3452244" y="3528829"/>
                  <a:pt x="3480172" y="3477653"/>
                  <a:pt x="3516250" y="3433705"/>
                </a:cubicBezTo>
                <a:cubicBezTo>
                  <a:pt x="3552328" y="3389758"/>
                  <a:pt x="3597130" y="3354484"/>
                  <a:pt x="3650655" y="3327884"/>
                </a:cubicBezTo>
                <a:cubicBezTo>
                  <a:pt x="3704180" y="3301284"/>
                  <a:pt x="3766433" y="3287984"/>
                  <a:pt x="3837415" y="3287984"/>
                </a:cubicBezTo>
                <a:close/>
                <a:moveTo>
                  <a:pt x="9262278" y="3064198"/>
                </a:moveTo>
                <a:cubicBezTo>
                  <a:pt x="9147783" y="3064198"/>
                  <a:pt x="9044274" y="3084148"/>
                  <a:pt x="8951753" y="3124048"/>
                </a:cubicBezTo>
                <a:cubicBezTo>
                  <a:pt x="8859231" y="3163947"/>
                  <a:pt x="8780299" y="3221195"/>
                  <a:pt x="8714956" y="3295791"/>
                </a:cubicBezTo>
                <a:cubicBezTo>
                  <a:pt x="8649612" y="3370386"/>
                  <a:pt x="8599593" y="3461173"/>
                  <a:pt x="8564898" y="3568151"/>
                </a:cubicBezTo>
                <a:cubicBezTo>
                  <a:pt x="8530202" y="3675129"/>
                  <a:pt x="8512854" y="3795696"/>
                  <a:pt x="8512854" y="3929852"/>
                </a:cubicBezTo>
                <a:cubicBezTo>
                  <a:pt x="8512854" y="4070947"/>
                  <a:pt x="8529624" y="4194694"/>
                  <a:pt x="8563162" y="4301094"/>
                </a:cubicBezTo>
                <a:cubicBezTo>
                  <a:pt x="8596702" y="4407494"/>
                  <a:pt x="8646432" y="4495968"/>
                  <a:pt x="8712354" y="4566515"/>
                </a:cubicBezTo>
                <a:cubicBezTo>
                  <a:pt x="8778275" y="4637063"/>
                  <a:pt x="8859520" y="4690263"/>
                  <a:pt x="8956090" y="4726115"/>
                </a:cubicBezTo>
                <a:cubicBezTo>
                  <a:pt x="9052659" y="4761967"/>
                  <a:pt x="9165130" y="4779893"/>
                  <a:pt x="9293504" y="4779893"/>
                </a:cubicBezTo>
                <a:cubicBezTo>
                  <a:pt x="9367521" y="4779893"/>
                  <a:pt x="9437202" y="4774400"/>
                  <a:pt x="9502545" y="4763412"/>
                </a:cubicBezTo>
                <a:cubicBezTo>
                  <a:pt x="9567888" y="4752426"/>
                  <a:pt x="9625425" y="4739993"/>
                  <a:pt x="9675155" y="4726115"/>
                </a:cubicBezTo>
                <a:cubicBezTo>
                  <a:pt x="9724885" y="4712236"/>
                  <a:pt x="9765364" y="4698069"/>
                  <a:pt x="9796590" y="4683613"/>
                </a:cubicBezTo>
                <a:cubicBezTo>
                  <a:pt x="9827816" y="4669156"/>
                  <a:pt x="9846609" y="4658748"/>
                  <a:pt x="9852970" y="4652387"/>
                </a:cubicBezTo>
                <a:cubicBezTo>
                  <a:pt x="9859331" y="4646026"/>
                  <a:pt x="9864535" y="4639376"/>
                  <a:pt x="9868583" y="4632437"/>
                </a:cubicBezTo>
                <a:cubicBezTo>
                  <a:pt x="9872631" y="4625498"/>
                  <a:pt x="9875522" y="4617691"/>
                  <a:pt x="9877257" y="4609017"/>
                </a:cubicBezTo>
                <a:cubicBezTo>
                  <a:pt x="9878992" y="4600343"/>
                  <a:pt x="9880437" y="4590513"/>
                  <a:pt x="9881594" y="4579526"/>
                </a:cubicBezTo>
                <a:cubicBezTo>
                  <a:pt x="9882750" y="4568539"/>
                  <a:pt x="9883329" y="4555528"/>
                  <a:pt x="9883329" y="4540493"/>
                </a:cubicBezTo>
                <a:cubicBezTo>
                  <a:pt x="9883329" y="4519676"/>
                  <a:pt x="9882457" y="4502039"/>
                  <a:pt x="9880713" y="4487583"/>
                </a:cubicBezTo>
                <a:cubicBezTo>
                  <a:pt x="9878969" y="4473126"/>
                  <a:pt x="9876353" y="4461850"/>
                  <a:pt x="9872866" y="4453755"/>
                </a:cubicBezTo>
                <a:cubicBezTo>
                  <a:pt x="9869378" y="4445659"/>
                  <a:pt x="9864440" y="4439587"/>
                  <a:pt x="9858052" y="4435539"/>
                </a:cubicBezTo>
                <a:cubicBezTo>
                  <a:pt x="9851665" y="4431492"/>
                  <a:pt x="9844404" y="4429468"/>
                  <a:pt x="9836273" y="4429468"/>
                </a:cubicBezTo>
                <a:cubicBezTo>
                  <a:pt x="9822322" y="4429468"/>
                  <a:pt x="9801690" y="4435539"/>
                  <a:pt x="9774377" y="4447683"/>
                </a:cubicBezTo>
                <a:cubicBezTo>
                  <a:pt x="9747063" y="4459826"/>
                  <a:pt x="9712195" y="4473416"/>
                  <a:pt x="9669775" y="4488450"/>
                </a:cubicBezTo>
                <a:cubicBezTo>
                  <a:pt x="9627354" y="4503485"/>
                  <a:pt x="9577090" y="4517074"/>
                  <a:pt x="9518985" y="4529217"/>
                </a:cubicBezTo>
                <a:cubicBezTo>
                  <a:pt x="9460879" y="4541361"/>
                  <a:pt x="9394636" y="4547433"/>
                  <a:pt x="9320258" y="4547433"/>
                </a:cubicBezTo>
                <a:cubicBezTo>
                  <a:pt x="9226128" y="4547433"/>
                  <a:pt x="9146522" y="4534133"/>
                  <a:pt x="9081441" y="4507533"/>
                </a:cubicBezTo>
                <a:cubicBezTo>
                  <a:pt x="9016360" y="4480933"/>
                  <a:pt x="8963480" y="4442768"/>
                  <a:pt x="8922804" y="4393037"/>
                </a:cubicBezTo>
                <a:cubicBezTo>
                  <a:pt x="8882127" y="4343307"/>
                  <a:pt x="8853074" y="4283746"/>
                  <a:pt x="8835645" y="4214355"/>
                </a:cubicBezTo>
                <a:cubicBezTo>
                  <a:pt x="8818216" y="4144964"/>
                  <a:pt x="8809501" y="4066899"/>
                  <a:pt x="8809501" y="3980160"/>
                </a:cubicBezTo>
                <a:lnTo>
                  <a:pt x="9837709" y="3980160"/>
                </a:lnTo>
                <a:cubicBezTo>
                  <a:pt x="9866767" y="3980160"/>
                  <a:pt x="9892622" y="3970619"/>
                  <a:pt x="9915273" y="3951536"/>
                </a:cubicBezTo>
                <a:cubicBezTo>
                  <a:pt x="9937924" y="3932454"/>
                  <a:pt x="9949250" y="3900360"/>
                  <a:pt x="9949250" y="3855256"/>
                </a:cubicBezTo>
                <a:lnTo>
                  <a:pt x="9949250" y="3803213"/>
                </a:lnTo>
                <a:cubicBezTo>
                  <a:pt x="9949250" y="3701439"/>
                  <a:pt x="9936239" y="3605737"/>
                  <a:pt x="9910218" y="3516107"/>
                </a:cubicBezTo>
                <a:cubicBezTo>
                  <a:pt x="9884196" y="3426477"/>
                  <a:pt x="9843429" y="3348412"/>
                  <a:pt x="9787916" y="3281912"/>
                </a:cubicBezTo>
                <a:cubicBezTo>
                  <a:pt x="9732403" y="3215413"/>
                  <a:pt x="9661566" y="3162502"/>
                  <a:pt x="9575406" y="3123180"/>
                </a:cubicBezTo>
                <a:cubicBezTo>
                  <a:pt x="9489245" y="3083858"/>
                  <a:pt x="9384869" y="3064198"/>
                  <a:pt x="9262278" y="3064198"/>
                </a:cubicBezTo>
                <a:close/>
                <a:moveTo>
                  <a:pt x="7490628" y="3064198"/>
                </a:moveTo>
                <a:cubicBezTo>
                  <a:pt x="7376133" y="3064198"/>
                  <a:pt x="7272624" y="3084148"/>
                  <a:pt x="7180103" y="3124048"/>
                </a:cubicBezTo>
                <a:cubicBezTo>
                  <a:pt x="7087582" y="3163947"/>
                  <a:pt x="7008650" y="3221195"/>
                  <a:pt x="6943306" y="3295791"/>
                </a:cubicBezTo>
                <a:cubicBezTo>
                  <a:pt x="6877962" y="3370386"/>
                  <a:pt x="6827943" y="3461173"/>
                  <a:pt x="6793248" y="3568151"/>
                </a:cubicBezTo>
                <a:cubicBezTo>
                  <a:pt x="6758552" y="3675129"/>
                  <a:pt x="6741204" y="3795696"/>
                  <a:pt x="6741204" y="3929852"/>
                </a:cubicBezTo>
                <a:cubicBezTo>
                  <a:pt x="6741204" y="4070947"/>
                  <a:pt x="6757974" y="4194694"/>
                  <a:pt x="6791513" y="4301094"/>
                </a:cubicBezTo>
                <a:cubicBezTo>
                  <a:pt x="6825052" y="4407494"/>
                  <a:pt x="6874782" y="4495968"/>
                  <a:pt x="6940704" y="4566515"/>
                </a:cubicBezTo>
                <a:cubicBezTo>
                  <a:pt x="7006625" y="4637063"/>
                  <a:pt x="7087870" y="4690263"/>
                  <a:pt x="7184440" y="4726115"/>
                </a:cubicBezTo>
                <a:cubicBezTo>
                  <a:pt x="7281010" y="4761967"/>
                  <a:pt x="7393481" y="4779893"/>
                  <a:pt x="7521854" y="4779893"/>
                </a:cubicBezTo>
                <a:cubicBezTo>
                  <a:pt x="7595872" y="4779893"/>
                  <a:pt x="7665551" y="4774400"/>
                  <a:pt x="7730895" y="4763412"/>
                </a:cubicBezTo>
                <a:cubicBezTo>
                  <a:pt x="7796239" y="4752426"/>
                  <a:pt x="7853775" y="4739993"/>
                  <a:pt x="7903506" y="4726115"/>
                </a:cubicBezTo>
                <a:cubicBezTo>
                  <a:pt x="7953236" y="4712236"/>
                  <a:pt x="7993714" y="4698069"/>
                  <a:pt x="8024940" y="4683613"/>
                </a:cubicBezTo>
                <a:cubicBezTo>
                  <a:pt x="8056166" y="4669156"/>
                  <a:pt x="8074959" y="4658748"/>
                  <a:pt x="8081320" y="4652387"/>
                </a:cubicBezTo>
                <a:cubicBezTo>
                  <a:pt x="8087681" y="4646026"/>
                  <a:pt x="8092886" y="4639376"/>
                  <a:pt x="8096933" y="4632437"/>
                </a:cubicBezTo>
                <a:cubicBezTo>
                  <a:pt x="8100981" y="4625498"/>
                  <a:pt x="8103872" y="4617691"/>
                  <a:pt x="8105607" y="4609017"/>
                </a:cubicBezTo>
                <a:cubicBezTo>
                  <a:pt x="8107342" y="4600343"/>
                  <a:pt x="8108787" y="4590513"/>
                  <a:pt x="8109944" y="4579526"/>
                </a:cubicBezTo>
                <a:cubicBezTo>
                  <a:pt x="8111101" y="4568539"/>
                  <a:pt x="8111679" y="4555528"/>
                  <a:pt x="8111679" y="4540493"/>
                </a:cubicBezTo>
                <a:cubicBezTo>
                  <a:pt x="8111679" y="4519676"/>
                  <a:pt x="8110807" y="4502039"/>
                  <a:pt x="8109063" y="4487583"/>
                </a:cubicBezTo>
                <a:cubicBezTo>
                  <a:pt x="8107319" y="4473126"/>
                  <a:pt x="8104704" y="4461850"/>
                  <a:pt x="8101216" y="4453755"/>
                </a:cubicBezTo>
                <a:cubicBezTo>
                  <a:pt x="8097728" y="4445659"/>
                  <a:pt x="8092790" y="4439587"/>
                  <a:pt x="8086402" y="4435539"/>
                </a:cubicBezTo>
                <a:cubicBezTo>
                  <a:pt x="8080014" y="4431492"/>
                  <a:pt x="8072755" y="4429468"/>
                  <a:pt x="8064623" y="4429468"/>
                </a:cubicBezTo>
                <a:cubicBezTo>
                  <a:pt x="8050672" y="4429468"/>
                  <a:pt x="8030041" y="4435539"/>
                  <a:pt x="8002727" y="4447683"/>
                </a:cubicBezTo>
                <a:cubicBezTo>
                  <a:pt x="7975413" y="4459826"/>
                  <a:pt x="7940546" y="4473416"/>
                  <a:pt x="7898125" y="4488450"/>
                </a:cubicBezTo>
                <a:cubicBezTo>
                  <a:pt x="7855704" y="4503485"/>
                  <a:pt x="7805441" y="4517074"/>
                  <a:pt x="7747335" y="4529217"/>
                </a:cubicBezTo>
                <a:cubicBezTo>
                  <a:pt x="7689228" y="4541361"/>
                  <a:pt x="7622987" y="4547433"/>
                  <a:pt x="7548608" y="4547433"/>
                </a:cubicBezTo>
                <a:cubicBezTo>
                  <a:pt x="7454478" y="4547433"/>
                  <a:pt x="7374873" y="4534133"/>
                  <a:pt x="7309791" y="4507533"/>
                </a:cubicBezTo>
                <a:cubicBezTo>
                  <a:pt x="7244710" y="4480933"/>
                  <a:pt x="7191831" y="4442768"/>
                  <a:pt x="7151154" y="4393037"/>
                </a:cubicBezTo>
                <a:cubicBezTo>
                  <a:pt x="7110477" y="4343307"/>
                  <a:pt x="7081424" y="4283746"/>
                  <a:pt x="7063995" y="4214355"/>
                </a:cubicBezTo>
                <a:cubicBezTo>
                  <a:pt x="7046566" y="4144964"/>
                  <a:pt x="7037851" y="4066899"/>
                  <a:pt x="7037851" y="3980160"/>
                </a:cubicBezTo>
                <a:lnTo>
                  <a:pt x="8066060" y="3980160"/>
                </a:lnTo>
                <a:cubicBezTo>
                  <a:pt x="8095117" y="3980160"/>
                  <a:pt x="8120971" y="3970619"/>
                  <a:pt x="8143623" y="3951536"/>
                </a:cubicBezTo>
                <a:cubicBezTo>
                  <a:pt x="8166275" y="3932454"/>
                  <a:pt x="8177600" y="3900360"/>
                  <a:pt x="8177600" y="3855256"/>
                </a:cubicBezTo>
                <a:lnTo>
                  <a:pt x="8177600" y="3803213"/>
                </a:lnTo>
                <a:cubicBezTo>
                  <a:pt x="8177600" y="3701439"/>
                  <a:pt x="8164590" y="3605737"/>
                  <a:pt x="8138568" y="3516107"/>
                </a:cubicBezTo>
                <a:cubicBezTo>
                  <a:pt x="8112546" y="3426477"/>
                  <a:pt x="8071779" y="3348412"/>
                  <a:pt x="8016266" y="3281912"/>
                </a:cubicBezTo>
                <a:cubicBezTo>
                  <a:pt x="7960753" y="3215413"/>
                  <a:pt x="7889917" y="3162502"/>
                  <a:pt x="7803756" y="3123180"/>
                </a:cubicBezTo>
                <a:cubicBezTo>
                  <a:pt x="7717595" y="3083858"/>
                  <a:pt x="7613220" y="3064198"/>
                  <a:pt x="7490628" y="3064198"/>
                </a:cubicBezTo>
                <a:close/>
                <a:moveTo>
                  <a:pt x="3852079" y="3064198"/>
                </a:moveTo>
                <a:cubicBezTo>
                  <a:pt x="3737583" y="3064198"/>
                  <a:pt x="3634075" y="3084148"/>
                  <a:pt x="3541554" y="3124048"/>
                </a:cubicBezTo>
                <a:cubicBezTo>
                  <a:pt x="3449032" y="3163947"/>
                  <a:pt x="3370100" y="3221195"/>
                  <a:pt x="3304757" y="3295791"/>
                </a:cubicBezTo>
                <a:cubicBezTo>
                  <a:pt x="3239413" y="3370386"/>
                  <a:pt x="3189394" y="3461173"/>
                  <a:pt x="3154698" y="3568151"/>
                </a:cubicBezTo>
                <a:cubicBezTo>
                  <a:pt x="3120003" y="3675129"/>
                  <a:pt x="3102655" y="3795696"/>
                  <a:pt x="3102655" y="3929852"/>
                </a:cubicBezTo>
                <a:cubicBezTo>
                  <a:pt x="3102655" y="4070947"/>
                  <a:pt x="3119424" y="4194694"/>
                  <a:pt x="3152963" y="4301094"/>
                </a:cubicBezTo>
                <a:cubicBezTo>
                  <a:pt x="3186502" y="4407494"/>
                  <a:pt x="3236233" y="4495968"/>
                  <a:pt x="3302154" y="4566515"/>
                </a:cubicBezTo>
                <a:cubicBezTo>
                  <a:pt x="3368076" y="4637063"/>
                  <a:pt x="3449321" y="4690263"/>
                  <a:pt x="3545891" y="4726115"/>
                </a:cubicBezTo>
                <a:cubicBezTo>
                  <a:pt x="3642460" y="4761967"/>
                  <a:pt x="3754931" y="4779893"/>
                  <a:pt x="3883305" y="4779893"/>
                </a:cubicBezTo>
                <a:cubicBezTo>
                  <a:pt x="3957322" y="4779893"/>
                  <a:pt x="4027002" y="4774400"/>
                  <a:pt x="4092346" y="4763412"/>
                </a:cubicBezTo>
                <a:cubicBezTo>
                  <a:pt x="4157689" y="4752426"/>
                  <a:pt x="4215226" y="4739993"/>
                  <a:pt x="4264956" y="4726115"/>
                </a:cubicBezTo>
                <a:cubicBezTo>
                  <a:pt x="4314686" y="4712236"/>
                  <a:pt x="4355164" y="4698069"/>
                  <a:pt x="4386390" y="4683613"/>
                </a:cubicBezTo>
                <a:cubicBezTo>
                  <a:pt x="4417617" y="4669156"/>
                  <a:pt x="4436410" y="4658748"/>
                  <a:pt x="4442770" y="4652387"/>
                </a:cubicBezTo>
                <a:cubicBezTo>
                  <a:pt x="4449131" y="4646026"/>
                  <a:pt x="4454336" y="4639376"/>
                  <a:pt x="4458384" y="4632437"/>
                </a:cubicBezTo>
                <a:cubicBezTo>
                  <a:pt x="4462431" y="4625498"/>
                  <a:pt x="4465323" y="4617691"/>
                  <a:pt x="4467057" y="4609017"/>
                </a:cubicBezTo>
                <a:cubicBezTo>
                  <a:pt x="4468792" y="4600343"/>
                  <a:pt x="4470238" y="4590513"/>
                  <a:pt x="4471395" y="4579526"/>
                </a:cubicBezTo>
                <a:cubicBezTo>
                  <a:pt x="4472551" y="4568539"/>
                  <a:pt x="4473129" y="4555528"/>
                  <a:pt x="4473129" y="4540493"/>
                </a:cubicBezTo>
                <a:cubicBezTo>
                  <a:pt x="4473129" y="4519676"/>
                  <a:pt x="4472257" y="4502039"/>
                  <a:pt x="4470513" y="4487583"/>
                </a:cubicBezTo>
                <a:cubicBezTo>
                  <a:pt x="4468770" y="4473126"/>
                  <a:pt x="4466154" y="4461850"/>
                  <a:pt x="4462666" y="4453755"/>
                </a:cubicBezTo>
                <a:cubicBezTo>
                  <a:pt x="4459178" y="4445659"/>
                  <a:pt x="4454241" y="4439587"/>
                  <a:pt x="4447853" y="4435539"/>
                </a:cubicBezTo>
                <a:cubicBezTo>
                  <a:pt x="4441465" y="4431492"/>
                  <a:pt x="4434205" y="4429468"/>
                  <a:pt x="4426073" y="4429468"/>
                </a:cubicBezTo>
                <a:cubicBezTo>
                  <a:pt x="4412123" y="4429468"/>
                  <a:pt x="4391490" y="4435539"/>
                  <a:pt x="4364177" y="4447683"/>
                </a:cubicBezTo>
                <a:cubicBezTo>
                  <a:pt x="4336863" y="4459826"/>
                  <a:pt x="4301996" y="4473416"/>
                  <a:pt x="4259575" y="4488450"/>
                </a:cubicBezTo>
                <a:cubicBezTo>
                  <a:pt x="4217155" y="4503485"/>
                  <a:pt x="4166891" y="4517074"/>
                  <a:pt x="4108785" y="4529217"/>
                </a:cubicBezTo>
                <a:cubicBezTo>
                  <a:pt x="4050679" y="4541361"/>
                  <a:pt x="3984437" y="4547433"/>
                  <a:pt x="3910059" y="4547433"/>
                </a:cubicBezTo>
                <a:cubicBezTo>
                  <a:pt x="3815929" y="4547433"/>
                  <a:pt x="3736323" y="4534133"/>
                  <a:pt x="3671242" y="4507533"/>
                </a:cubicBezTo>
                <a:cubicBezTo>
                  <a:pt x="3606161" y="4480933"/>
                  <a:pt x="3553281" y="4442768"/>
                  <a:pt x="3512604" y="4393037"/>
                </a:cubicBezTo>
                <a:cubicBezTo>
                  <a:pt x="3471928" y="4343307"/>
                  <a:pt x="3442875" y="4283746"/>
                  <a:pt x="3425445" y="4214355"/>
                </a:cubicBezTo>
                <a:cubicBezTo>
                  <a:pt x="3408016" y="4144964"/>
                  <a:pt x="3399302" y="4066899"/>
                  <a:pt x="3399302" y="3980160"/>
                </a:cubicBezTo>
                <a:lnTo>
                  <a:pt x="4427510" y="3980160"/>
                </a:lnTo>
                <a:cubicBezTo>
                  <a:pt x="4456568" y="3980160"/>
                  <a:pt x="4482423" y="3970619"/>
                  <a:pt x="4505073" y="3951536"/>
                </a:cubicBezTo>
                <a:cubicBezTo>
                  <a:pt x="4527726" y="3932454"/>
                  <a:pt x="4539051" y="3900360"/>
                  <a:pt x="4539051" y="3855256"/>
                </a:cubicBezTo>
                <a:lnTo>
                  <a:pt x="4539051" y="3803213"/>
                </a:lnTo>
                <a:cubicBezTo>
                  <a:pt x="4539051" y="3701439"/>
                  <a:pt x="4526040" y="3605737"/>
                  <a:pt x="4500018" y="3516107"/>
                </a:cubicBezTo>
                <a:cubicBezTo>
                  <a:pt x="4473996" y="3426477"/>
                  <a:pt x="4433229" y="3348412"/>
                  <a:pt x="4377717" y="3281912"/>
                </a:cubicBezTo>
                <a:cubicBezTo>
                  <a:pt x="4322203" y="3215413"/>
                  <a:pt x="4251367" y="3162502"/>
                  <a:pt x="4165206" y="3123180"/>
                </a:cubicBezTo>
                <a:cubicBezTo>
                  <a:pt x="4079045" y="3083858"/>
                  <a:pt x="3974670" y="3064198"/>
                  <a:pt x="3852079" y="3064198"/>
                </a:cubicBezTo>
                <a:close/>
                <a:moveTo>
                  <a:pt x="1671184" y="2748468"/>
                </a:moveTo>
                <a:lnTo>
                  <a:pt x="1922727" y="2748468"/>
                </a:lnTo>
                <a:cubicBezTo>
                  <a:pt x="1981709" y="2748468"/>
                  <a:pt x="2029415" y="2750203"/>
                  <a:pt x="2065846" y="2753673"/>
                </a:cubicBezTo>
                <a:cubicBezTo>
                  <a:pt x="2102276" y="2757142"/>
                  <a:pt x="2134948" y="2762925"/>
                  <a:pt x="2163861" y="2771020"/>
                </a:cubicBezTo>
                <a:cubicBezTo>
                  <a:pt x="2256382" y="2797620"/>
                  <a:pt x="2322304" y="2841279"/>
                  <a:pt x="2361626" y="2901996"/>
                </a:cubicBezTo>
                <a:cubicBezTo>
                  <a:pt x="2400947" y="2962713"/>
                  <a:pt x="2420608" y="3037019"/>
                  <a:pt x="2420608" y="3124915"/>
                </a:cubicBezTo>
                <a:cubicBezTo>
                  <a:pt x="2420608" y="3179271"/>
                  <a:pt x="2411645" y="3229580"/>
                  <a:pt x="2393719" y="3275841"/>
                </a:cubicBezTo>
                <a:cubicBezTo>
                  <a:pt x="2375793" y="3322102"/>
                  <a:pt x="2347747" y="3362290"/>
                  <a:pt x="2309582" y="3396408"/>
                </a:cubicBezTo>
                <a:cubicBezTo>
                  <a:pt x="2271417" y="3430525"/>
                  <a:pt x="2223711" y="3457125"/>
                  <a:pt x="2166463" y="3476207"/>
                </a:cubicBezTo>
                <a:cubicBezTo>
                  <a:pt x="2109215" y="3495290"/>
                  <a:pt x="2041270" y="3504831"/>
                  <a:pt x="1962627" y="3504831"/>
                </a:cubicBezTo>
                <a:lnTo>
                  <a:pt x="1671184" y="3504831"/>
                </a:lnTo>
                <a:close/>
                <a:moveTo>
                  <a:pt x="1483828" y="2502130"/>
                </a:moveTo>
                <a:cubicBezTo>
                  <a:pt x="1457228" y="2502130"/>
                  <a:pt x="1432074" y="2511093"/>
                  <a:pt x="1408365" y="2529019"/>
                </a:cubicBezTo>
                <a:cubicBezTo>
                  <a:pt x="1384656" y="2546945"/>
                  <a:pt x="1372802" y="2578460"/>
                  <a:pt x="1372802" y="2623564"/>
                </a:cubicBezTo>
                <a:lnTo>
                  <a:pt x="1372802" y="4701828"/>
                </a:lnTo>
                <a:cubicBezTo>
                  <a:pt x="1372802" y="4711080"/>
                  <a:pt x="1375115" y="4719176"/>
                  <a:pt x="1379741" y="4726115"/>
                </a:cubicBezTo>
                <a:cubicBezTo>
                  <a:pt x="1384367" y="4733054"/>
                  <a:pt x="1392463" y="4738547"/>
                  <a:pt x="1404028" y="4742595"/>
                </a:cubicBezTo>
                <a:cubicBezTo>
                  <a:pt x="1415593" y="4746643"/>
                  <a:pt x="1430917" y="4750113"/>
                  <a:pt x="1450000" y="4753004"/>
                </a:cubicBezTo>
                <a:cubicBezTo>
                  <a:pt x="1469082" y="4755895"/>
                  <a:pt x="1493080" y="4757341"/>
                  <a:pt x="1521993" y="4757341"/>
                </a:cubicBezTo>
                <a:cubicBezTo>
                  <a:pt x="1550906" y="4757341"/>
                  <a:pt x="1574904" y="4755895"/>
                  <a:pt x="1593986" y="4753004"/>
                </a:cubicBezTo>
                <a:cubicBezTo>
                  <a:pt x="1613069" y="4750113"/>
                  <a:pt x="1628103" y="4746643"/>
                  <a:pt x="1639091" y="4742595"/>
                </a:cubicBezTo>
                <a:cubicBezTo>
                  <a:pt x="1650078" y="4738547"/>
                  <a:pt x="1658173" y="4733054"/>
                  <a:pt x="1663377" y="4726115"/>
                </a:cubicBezTo>
                <a:cubicBezTo>
                  <a:pt x="1668582" y="4719176"/>
                  <a:pt x="1671184" y="4711080"/>
                  <a:pt x="1671184" y="4701828"/>
                </a:cubicBezTo>
                <a:lnTo>
                  <a:pt x="1671184" y="3745965"/>
                </a:lnTo>
                <a:lnTo>
                  <a:pt x="1870683" y="3745965"/>
                </a:lnTo>
                <a:cubicBezTo>
                  <a:pt x="1938918" y="3745965"/>
                  <a:pt x="1997322" y="3756085"/>
                  <a:pt x="2045896" y="3776324"/>
                </a:cubicBezTo>
                <a:cubicBezTo>
                  <a:pt x="2094470" y="3796563"/>
                  <a:pt x="2136683" y="3824898"/>
                  <a:pt x="2172535" y="3861328"/>
                </a:cubicBezTo>
                <a:cubicBezTo>
                  <a:pt x="2208387" y="3897758"/>
                  <a:pt x="2239324" y="3941128"/>
                  <a:pt x="2265345" y="3991436"/>
                </a:cubicBezTo>
                <a:cubicBezTo>
                  <a:pt x="2291367" y="4041745"/>
                  <a:pt x="2316521" y="4096969"/>
                  <a:pt x="2340808" y="4157108"/>
                </a:cubicBezTo>
                <a:lnTo>
                  <a:pt x="2547247" y="4686215"/>
                </a:lnTo>
                <a:cubicBezTo>
                  <a:pt x="2551873" y="4700093"/>
                  <a:pt x="2557366" y="4711658"/>
                  <a:pt x="2563727" y="4720910"/>
                </a:cubicBezTo>
                <a:cubicBezTo>
                  <a:pt x="2570088" y="4730163"/>
                  <a:pt x="2579051" y="4737391"/>
                  <a:pt x="2590616" y="4742595"/>
                </a:cubicBezTo>
                <a:cubicBezTo>
                  <a:pt x="2602182" y="4747799"/>
                  <a:pt x="2617505" y="4751558"/>
                  <a:pt x="2636588" y="4753871"/>
                </a:cubicBezTo>
                <a:cubicBezTo>
                  <a:pt x="2655671" y="4756184"/>
                  <a:pt x="2680247" y="4757341"/>
                  <a:pt x="2710316" y="4757341"/>
                </a:cubicBezTo>
                <a:cubicBezTo>
                  <a:pt x="2745012" y="4757341"/>
                  <a:pt x="2772768" y="4756184"/>
                  <a:pt x="2793585" y="4753871"/>
                </a:cubicBezTo>
                <a:cubicBezTo>
                  <a:pt x="2814403" y="4751558"/>
                  <a:pt x="2830594" y="4748089"/>
                  <a:pt x="2842159" y="4743462"/>
                </a:cubicBezTo>
                <a:cubicBezTo>
                  <a:pt x="2853724" y="4738837"/>
                  <a:pt x="2861242" y="4733054"/>
                  <a:pt x="2864711" y="4726115"/>
                </a:cubicBezTo>
                <a:cubicBezTo>
                  <a:pt x="2868181" y="4719176"/>
                  <a:pt x="2869916" y="4711080"/>
                  <a:pt x="2869916" y="4701828"/>
                </a:cubicBezTo>
                <a:cubicBezTo>
                  <a:pt x="2869916" y="4692576"/>
                  <a:pt x="2867602" y="4679565"/>
                  <a:pt x="2862976" y="4662795"/>
                </a:cubicBezTo>
                <a:cubicBezTo>
                  <a:pt x="2858350" y="4646026"/>
                  <a:pt x="2847941" y="4616824"/>
                  <a:pt x="2831750" y="4575189"/>
                </a:cubicBezTo>
                <a:lnTo>
                  <a:pt x="2630516" y="4080777"/>
                </a:lnTo>
                <a:cubicBezTo>
                  <a:pt x="2607386" y="4024108"/>
                  <a:pt x="2584255" y="3973221"/>
                  <a:pt x="2561125" y="3928117"/>
                </a:cubicBezTo>
                <a:cubicBezTo>
                  <a:pt x="2537995" y="3883013"/>
                  <a:pt x="2513419" y="3843113"/>
                  <a:pt x="2487397" y="3808417"/>
                </a:cubicBezTo>
                <a:cubicBezTo>
                  <a:pt x="2461375" y="3773722"/>
                  <a:pt x="2433330" y="3743941"/>
                  <a:pt x="2403260" y="3719076"/>
                </a:cubicBezTo>
                <a:cubicBezTo>
                  <a:pt x="2373191" y="3694211"/>
                  <a:pt x="2339652" y="3673683"/>
                  <a:pt x="2302643" y="3657492"/>
                </a:cubicBezTo>
                <a:cubicBezTo>
                  <a:pt x="2368565" y="3634361"/>
                  <a:pt x="2428125" y="3606027"/>
                  <a:pt x="2481325" y="3572488"/>
                </a:cubicBezTo>
                <a:cubicBezTo>
                  <a:pt x="2534525" y="3538949"/>
                  <a:pt x="2580208" y="3499338"/>
                  <a:pt x="2618373" y="3453655"/>
                </a:cubicBezTo>
                <a:cubicBezTo>
                  <a:pt x="2656538" y="3407973"/>
                  <a:pt x="2685740" y="3355351"/>
                  <a:pt x="2705979" y="3295791"/>
                </a:cubicBezTo>
                <a:cubicBezTo>
                  <a:pt x="2726218" y="3236230"/>
                  <a:pt x="2736338" y="3168863"/>
                  <a:pt x="2736338" y="3093689"/>
                </a:cubicBezTo>
                <a:cubicBezTo>
                  <a:pt x="2736338" y="3016202"/>
                  <a:pt x="2725062" y="2945365"/>
                  <a:pt x="2702510" y="2881179"/>
                </a:cubicBezTo>
                <a:cubicBezTo>
                  <a:pt x="2679957" y="2816992"/>
                  <a:pt x="2646129" y="2760033"/>
                  <a:pt x="2601025" y="2710303"/>
                </a:cubicBezTo>
                <a:cubicBezTo>
                  <a:pt x="2555921" y="2660573"/>
                  <a:pt x="2500119" y="2619516"/>
                  <a:pt x="2433619" y="2587134"/>
                </a:cubicBezTo>
                <a:cubicBezTo>
                  <a:pt x="2367119" y="2554751"/>
                  <a:pt x="2290500" y="2531043"/>
                  <a:pt x="2203761" y="2516008"/>
                </a:cubicBezTo>
                <a:cubicBezTo>
                  <a:pt x="2173691" y="2512538"/>
                  <a:pt x="2139863" y="2509358"/>
                  <a:pt x="2102276" y="2506467"/>
                </a:cubicBezTo>
                <a:cubicBezTo>
                  <a:pt x="2064689" y="2503575"/>
                  <a:pt x="2017561" y="2502130"/>
                  <a:pt x="1960892" y="2502130"/>
                </a:cubicBezTo>
                <a:close/>
                <a:moveTo>
                  <a:pt x="6170183" y="2337326"/>
                </a:moveTo>
                <a:cubicBezTo>
                  <a:pt x="6142427" y="2337326"/>
                  <a:pt x="6119585" y="2338772"/>
                  <a:pt x="6101660" y="2341663"/>
                </a:cubicBezTo>
                <a:cubicBezTo>
                  <a:pt x="6083734" y="2344554"/>
                  <a:pt x="6068988" y="2348024"/>
                  <a:pt x="6057423" y="2352072"/>
                </a:cubicBezTo>
                <a:cubicBezTo>
                  <a:pt x="6045857" y="2356119"/>
                  <a:pt x="6038051" y="2361902"/>
                  <a:pt x="6034003" y="2369419"/>
                </a:cubicBezTo>
                <a:cubicBezTo>
                  <a:pt x="6029956" y="2376937"/>
                  <a:pt x="6027932" y="2384743"/>
                  <a:pt x="6027932" y="2392839"/>
                </a:cubicBezTo>
                <a:lnTo>
                  <a:pt x="6027932" y="3300128"/>
                </a:lnTo>
                <a:cubicBezTo>
                  <a:pt x="5953914" y="3222641"/>
                  <a:pt x="5879030" y="3163947"/>
                  <a:pt x="5803278" y="3124048"/>
                </a:cubicBezTo>
                <a:cubicBezTo>
                  <a:pt x="5727526" y="3084148"/>
                  <a:pt x="5643968" y="3064198"/>
                  <a:pt x="5552603" y="3064198"/>
                </a:cubicBezTo>
                <a:cubicBezTo>
                  <a:pt x="5442734" y="3064198"/>
                  <a:pt x="5345875" y="3084726"/>
                  <a:pt x="5262028" y="3125782"/>
                </a:cubicBezTo>
                <a:cubicBezTo>
                  <a:pt x="5178180" y="3166839"/>
                  <a:pt x="5107921" y="3225532"/>
                  <a:pt x="5051252" y="3301862"/>
                </a:cubicBezTo>
                <a:cubicBezTo>
                  <a:pt x="4994582" y="3378193"/>
                  <a:pt x="4951792" y="3470425"/>
                  <a:pt x="4922878" y="3578559"/>
                </a:cubicBezTo>
                <a:cubicBezTo>
                  <a:pt x="4893966" y="3686694"/>
                  <a:pt x="4879509" y="3807839"/>
                  <a:pt x="4879509" y="3941995"/>
                </a:cubicBezTo>
                <a:cubicBezTo>
                  <a:pt x="4879509" y="4055334"/>
                  <a:pt x="4891074" y="4163179"/>
                  <a:pt x="4914204" y="4265531"/>
                </a:cubicBezTo>
                <a:cubicBezTo>
                  <a:pt x="4937335" y="4367883"/>
                  <a:pt x="4974054" y="4456935"/>
                  <a:pt x="5024363" y="4532687"/>
                </a:cubicBezTo>
                <a:cubicBezTo>
                  <a:pt x="5074671" y="4608439"/>
                  <a:pt x="5140304" y="4668578"/>
                  <a:pt x="5221261" y="4713104"/>
                </a:cubicBezTo>
                <a:cubicBezTo>
                  <a:pt x="5302217" y="4757630"/>
                  <a:pt x="5399943" y="4779893"/>
                  <a:pt x="5514438" y="4779893"/>
                </a:cubicBezTo>
                <a:cubicBezTo>
                  <a:pt x="5619681" y="4779893"/>
                  <a:pt x="5716539" y="4755028"/>
                  <a:pt x="5805013" y="4705297"/>
                </a:cubicBezTo>
                <a:cubicBezTo>
                  <a:pt x="5893486" y="4655567"/>
                  <a:pt x="5978780" y="4586176"/>
                  <a:pt x="6060892" y="4497124"/>
                </a:cubicBezTo>
                <a:lnTo>
                  <a:pt x="6060892" y="4703563"/>
                </a:lnTo>
                <a:cubicBezTo>
                  <a:pt x="6060892" y="4712815"/>
                  <a:pt x="6063205" y="4720910"/>
                  <a:pt x="6067832" y="4727849"/>
                </a:cubicBezTo>
                <a:cubicBezTo>
                  <a:pt x="6072458" y="4734789"/>
                  <a:pt x="6079975" y="4740282"/>
                  <a:pt x="6090384" y="4744330"/>
                </a:cubicBezTo>
                <a:cubicBezTo>
                  <a:pt x="6100792" y="4748378"/>
                  <a:pt x="6114093" y="4751558"/>
                  <a:pt x="6130284" y="4753871"/>
                </a:cubicBezTo>
                <a:cubicBezTo>
                  <a:pt x="6146474" y="4756184"/>
                  <a:pt x="6166714" y="4757341"/>
                  <a:pt x="6191001" y="4757341"/>
                </a:cubicBezTo>
                <a:cubicBezTo>
                  <a:pt x="6214131" y="4757341"/>
                  <a:pt x="6233792" y="4756184"/>
                  <a:pt x="6249983" y="4753871"/>
                </a:cubicBezTo>
                <a:cubicBezTo>
                  <a:pt x="6266174" y="4751558"/>
                  <a:pt x="6279185" y="4748378"/>
                  <a:pt x="6289016" y="4744330"/>
                </a:cubicBezTo>
                <a:cubicBezTo>
                  <a:pt x="6298846" y="4740282"/>
                  <a:pt x="6305786" y="4734789"/>
                  <a:pt x="6309833" y="4727849"/>
                </a:cubicBezTo>
                <a:cubicBezTo>
                  <a:pt x="6313880" y="4720910"/>
                  <a:pt x="6315905" y="4712815"/>
                  <a:pt x="6315905" y="4703563"/>
                </a:cubicBezTo>
                <a:lnTo>
                  <a:pt x="6315905" y="2392839"/>
                </a:lnTo>
                <a:cubicBezTo>
                  <a:pt x="6315905" y="2384743"/>
                  <a:pt x="6313303" y="2376937"/>
                  <a:pt x="6308098" y="2369419"/>
                </a:cubicBezTo>
                <a:cubicBezTo>
                  <a:pt x="6302894" y="2361902"/>
                  <a:pt x="6295087" y="2356119"/>
                  <a:pt x="6284679" y="2352072"/>
                </a:cubicBezTo>
                <a:cubicBezTo>
                  <a:pt x="6274270" y="2348024"/>
                  <a:pt x="6259814" y="2344554"/>
                  <a:pt x="6241309" y="2341663"/>
                </a:cubicBezTo>
                <a:cubicBezTo>
                  <a:pt x="6222805" y="2338772"/>
                  <a:pt x="6199097" y="2337326"/>
                  <a:pt x="6170183" y="233732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2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0" dirty="0"/>
          </a:p>
        </p:txBody>
      </p:sp>
    </p:spTree>
    <p:extLst>
      <p:ext uri="{BB962C8B-B14F-4D97-AF65-F5344CB8AC3E}">
        <p14:creationId xmlns:p14="http://schemas.microsoft.com/office/powerpoint/2010/main" val="1284319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HOPE</dc:creator>
  <cp:lastModifiedBy>DELL HOPE</cp:lastModifiedBy>
  <cp:revision>1</cp:revision>
  <dcterms:created xsi:type="dcterms:W3CDTF">2023-08-24T05:52:35Z</dcterms:created>
  <dcterms:modified xsi:type="dcterms:W3CDTF">2023-08-24T05:59:46Z</dcterms:modified>
</cp:coreProperties>
</file>