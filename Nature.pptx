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6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388D8-36FE-F3E1-F578-E8642A9DA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AE459-3003-586E-5EDA-E755437CF6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9338B-765E-B60E-855F-15387F514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7B0E3-CCAB-50C2-7D04-FDEC6F06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75E92-98A2-7CEA-6FFA-02C7DC58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8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9E1C-F08B-B0D0-8B26-7AB1B3496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15B23-F67B-FB7E-7F1A-CFC632507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28DCC-3AA3-BC09-D5E7-8123DB270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B5A8D-E693-F7B1-E5E7-FF9FE6235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35084-C239-DE73-CE34-5C313984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32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495A-F164-66FE-739B-1C0D080F7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E1558-6626-1C25-5EBC-C377168FD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FD700-FCA1-B642-54EF-A7E0388B1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33F8A-2576-BBFC-1CED-7939E5647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B494-6E04-0E42-5B60-3058B6D9B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4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2D3C7-0967-4627-9F40-2CCE11DBC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8BFFB-D378-2B1C-268A-59A453649C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59F29-C968-C8CC-31A0-BDBE46B1C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9747D-072D-54C7-E12E-79813B442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1C7E4-2684-FC89-537A-512F73DD5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5309A-95D4-5D02-7147-F0514005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75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814AC-5A54-96FF-880E-548C76E88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5DC06-03B9-940E-CD6B-D5DB7B4F4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6ACB8-4E64-AA22-E9B2-E4B12617E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F5BB8A-6742-7828-C0EB-7F34DACEB6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CD0D71-B516-5C33-31FB-C683983DEF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9C4197-3FF0-0D04-3E52-E3CCF2B1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D07B98-7F85-6644-0F4C-761CC95B8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51C693-E27C-7574-0FA0-4895D553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82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CB598-602B-001B-611A-BD1F1D39B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91BD69-BDF3-91FD-9E56-A28DC1B1D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188E0A-62D4-37A5-15AF-82F4A1AD3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F03527-0548-18E7-3FF1-7DD35CCD9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54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E187E6-364C-FA3F-4624-21B71E194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EE19EE-0F16-8EB5-198C-26D6CF67C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61056-6BC1-AA12-C2A4-473BE3477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342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D938-025E-FAFE-B4B3-7D9617F4D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4FFE8-B8DF-A575-5EFF-627A3EB68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05FB33-9873-5FF9-100A-B0BF25BDA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B7961-003D-46C8-0E57-0C9A0483C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EDA41-E8A2-C874-CA72-1B2B63BFF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9FAF9C-B126-E26B-A751-DFEFE33F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380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074C0-BC32-4FFA-F17C-4B025B86C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B8D474-1BF6-3918-A995-10590DB61D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C7E57-1B49-036D-24BE-97CAE6BEA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940B29-D926-1F8B-1F7E-D12374D97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2478B-6B73-83EC-3ECB-005FEB5DB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0CEC60-C9F3-2FDC-49D9-78097E436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46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8DC1D-F1C7-2A31-2AA7-E7BD62156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7ED2BA-FA66-6C59-89A5-A5276B188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23095-D1AD-CD8D-2A5C-7AC249E4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F3BF4-417B-49F7-F100-229063745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58300-7197-408E-2DB7-F6B1D0C0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33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F6E9B3-7C3E-B471-4FB9-7859F3FA3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4EEE3-A7AE-D5F7-6542-CF250417C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F874E-7CE6-1899-45A5-26B6D80C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6168F-BBAB-D1A6-DB74-729AFA81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9F633-4E9D-5714-56BF-8B97358F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849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11B7AD-0E4C-B5C8-F7C8-11FD35939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13340-703C-CFFC-E9FC-FDF52CA3B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9C04E-B864-F822-AC19-4417C3A02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C4B908-FF5E-4688-B149-46CD289DD91B}" type="datetimeFigureOut">
              <a:rPr lang="en-US" smtClean="0"/>
              <a:t>8/18/2023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C8FA4-9657-288A-BBFB-28A132FC3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4A829-3FA5-E1A7-3FD4-4B35C5383C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FF8BC-6AD4-47C1-831C-D8F620A886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518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72">
            <a:extLst>
              <a:ext uri="{FF2B5EF4-FFF2-40B4-BE49-F238E27FC236}">
                <a16:creationId xmlns:a16="http://schemas.microsoft.com/office/drawing/2014/main" id="{BC3B1419-87B9-E5CF-A0CA-15008E91D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2" t="3145" r="4711" b="6262"/>
          <a:stretch>
            <a:fillRect/>
          </a:stretch>
        </p:blipFill>
        <p:spPr>
          <a:xfrm>
            <a:off x="2130179" y="998034"/>
            <a:ext cx="7126497" cy="4861932"/>
          </a:xfrm>
          <a:custGeom>
            <a:avLst/>
            <a:gdLst>
              <a:gd name="connsiteX0" fmla="*/ 6531284 w 7126497"/>
              <a:gd name="connsiteY0" fmla="*/ 1984918 h 4861932"/>
              <a:gd name="connsiteX1" fmla="*/ 7007452 w 7126497"/>
              <a:gd name="connsiteY1" fmla="*/ 1984918 h 4861932"/>
              <a:gd name="connsiteX2" fmla="*/ 7126497 w 7126497"/>
              <a:gd name="connsiteY2" fmla="*/ 2103963 h 4861932"/>
              <a:gd name="connsiteX3" fmla="*/ 7126497 w 7126497"/>
              <a:gd name="connsiteY3" fmla="*/ 2757970 h 4861932"/>
              <a:gd name="connsiteX4" fmla="*/ 7007452 w 7126497"/>
              <a:gd name="connsiteY4" fmla="*/ 2877015 h 4861932"/>
              <a:gd name="connsiteX5" fmla="*/ 6531284 w 7126497"/>
              <a:gd name="connsiteY5" fmla="*/ 2877015 h 4861932"/>
              <a:gd name="connsiteX6" fmla="*/ 6412239 w 7126497"/>
              <a:gd name="connsiteY6" fmla="*/ 2757970 h 4861932"/>
              <a:gd name="connsiteX7" fmla="*/ 6412239 w 7126497"/>
              <a:gd name="connsiteY7" fmla="*/ 2103963 h 4861932"/>
              <a:gd name="connsiteX8" fmla="*/ 6531284 w 7126497"/>
              <a:gd name="connsiteY8" fmla="*/ 1984918 h 4861932"/>
              <a:gd name="connsiteX9" fmla="*/ 119045 w 7126497"/>
              <a:gd name="connsiteY9" fmla="*/ 1984918 h 4861932"/>
              <a:gd name="connsiteX10" fmla="*/ 595213 w 7126497"/>
              <a:gd name="connsiteY10" fmla="*/ 1984918 h 4861932"/>
              <a:gd name="connsiteX11" fmla="*/ 714258 w 7126497"/>
              <a:gd name="connsiteY11" fmla="*/ 2103963 h 4861932"/>
              <a:gd name="connsiteX12" fmla="*/ 714258 w 7126497"/>
              <a:gd name="connsiteY12" fmla="*/ 2757970 h 4861932"/>
              <a:gd name="connsiteX13" fmla="*/ 595213 w 7126497"/>
              <a:gd name="connsiteY13" fmla="*/ 2877015 h 4861932"/>
              <a:gd name="connsiteX14" fmla="*/ 119045 w 7126497"/>
              <a:gd name="connsiteY14" fmla="*/ 2877015 h 4861932"/>
              <a:gd name="connsiteX15" fmla="*/ 0 w 7126497"/>
              <a:gd name="connsiteY15" fmla="*/ 2757970 h 4861932"/>
              <a:gd name="connsiteX16" fmla="*/ 0 w 7126497"/>
              <a:gd name="connsiteY16" fmla="*/ 2103963 h 4861932"/>
              <a:gd name="connsiteX17" fmla="*/ 119045 w 7126497"/>
              <a:gd name="connsiteY17" fmla="*/ 1984918 h 4861932"/>
              <a:gd name="connsiteX18" fmla="*/ 5744619 w 7126497"/>
              <a:gd name="connsiteY18" fmla="*/ 1510991 h 4861932"/>
              <a:gd name="connsiteX19" fmla="*/ 6220787 w 7126497"/>
              <a:gd name="connsiteY19" fmla="*/ 1510991 h 4861932"/>
              <a:gd name="connsiteX20" fmla="*/ 6339832 w 7126497"/>
              <a:gd name="connsiteY20" fmla="*/ 1630036 h 4861932"/>
              <a:gd name="connsiteX21" fmla="*/ 6339832 w 7126497"/>
              <a:gd name="connsiteY21" fmla="*/ 3231897 h 4861932"/>
              <a:gd name="connsiteX22" fmla="*/ 6220787 w 7126497"/>
              <a:gd name="connsiteY22" fmla="*/ 3350942 h 4861932"/>
              <a:gd name="connsiteX23" fmla="*/ 5744619 w 7126497"/>
              <a:gd name="connsiteY23" fmla="*/ 3350942 h 4861932"/>
              <a:gd name="connsiteX24" fmla="*/ 5625574 w 7126497"/>
              <a:gd name="connsiteY24" fmla="*/ 3231897 h 4861932"/>
              <a:gd name="connsiteX25" fmla="*/ 5625574 w 7126497"/>
              <a:gd name="connsiteY25" fmla="*/ 1630036 h 4861932"/>
              <a:gd name="connsiteX26" fmla="*/ 5744619 w 7126497"/>
              <a:gd name="connsiteY26" fmla="*/ 1510991 h 4861932"/>
              <a:gd name="connsiteX27" fmla="*/ 905706 w 7126497"/>
              <a:gd name="connsiteY27" fmla="*/ 1510991 h 4861932"/>
              <a:gd name="connsiteX28" fmla="*/ 1381874 w 7126497"/>
              <a:gd name="connsiteY28" fmla="*/ 1510991 h 4861932"/>
              <a:gd name="connsiteX29" fmla="*/ 1500919 w 7126497"/>
              <a:gd name="connsiteY29" fmla="*/ 1630036 h 4861932"/>
              <a:gd name="connsiteX30" fmla="*/ 1500919 w 7126497"/>
              <a:gd name="connsiteY30" fmla="*/ 3231897 h 4861932"/>
              <a:gd name="connsiteX31" fmla="*/ 1381874 w 7126497"/>
              <a:gd name="connsiteY31" fmla="*/ 3350942 h 4861932"/>
              <a:gd name="connsiteX32" fmla="*/ 905706 w 7126497"/>
              <a:gd name="connsiteY32" fmla="*/ 3350942 h 4861932"/>
              <a:gd name="connsiteX33" fmla="*/ 786661 w 7126497"/>
              <a:gd name="connsiteY33" fmla="*/ 3231897 h 4861932"/>
              <a:gd name="connsiteX34" fmla="*/ 786661 w 7126497"/>
              <a:gd name="connsiteY34" fmla="*/ 1630036 h 4861932"/>
              <a:gd name="connsiteX35" fmla="*/ 905706 w 7126497"/>
              <a:gd name="connsiteY35" fmla="*/ 1510991 h 4861932"/>
              <a:gd name="connsiteX36" fmla="*/ 1692367 w 7126497"/>
              <a:gd name="connsiteY36" fmla="*/ 1087245 h 4861932"/>
              <a:gd name="connsiteX37" fmla="*/ 2168535 w 7126497"/>
              <a:gd name="connsiteY37" fmla="*/ 1087245 h 4861932"/>
              <a:gd name="connsiteX38" fmla="*/ 2287580 w 7126497"/>
              <a:gd name="connsiteY38" fmla="*/ 1206289 h 4861932"/>
              <a:gd name="connsiteX39" fmla="*/ 2287580 w 7126497"/>
              <a:gd name="connsiteY39" fmla="*/ 3655643 h 4861932"/>
              <a:gd name="connsiteX40" fmla="*/ 2168535 w 7126497"/>
              <a:gd name="connsiteY40" fmla="*/ 3774688 h 4861932"/>
              <a:gd name="connsiteX41" fmla="*/ 1692367 w 7126497"/>
              <a:gd name="connsiteY41" fmla="*/ 3774688 h 4861932"/>
              <a:gd name="connsiteX42" fmla="*/ 1573322 w 7126497"/>
              <a:gd name="connsiteY42" fmla="*/ 3655643 h 4861932"/>
              <a:gd name="connsiteX43" fmla="*/ 1573322 w 7126497"/>
              <a:gd name="connsiteY43" fmla="*/ 1206289 h 4861932"/>
              <a:gd name="connsiteX44" fmla="*/ 1692367 w 7126497"/>
              <a:gd name="connsiteY44" fmla="*/ 1087245 h 4861932"/>
              <a:gd name="connsiteX45" fmla="*/ 4957958 w 7126497"/>
              <a:gd name="connsiteY45" fmla="*/ 1087244 h 4861932"/>
              <a:gd name="connsiteX46" fmla="*/ 5434126 w 7126497"/>
              <a:gd name="connsiteY46" fmla="*/ 1087244 h 4861932"/>
              <a:gd name="connsiteX47" fmla="*/ 5553171 w 7126497"/>
              <a:gd name="connsiteY47" fmla="*/ 1206289 h 4861932"/>
              <a:gd name="connsiteX48" fmla="*/ 5553171 w 7126497"/>
              <a:gd name="connsiteY48" fmla="*/ 3655643 h 4861932"/>
              <a:gd name="connsiteX49" fmla="*/ 5434126 w 7126497"/>
              <a:gd name="connsiteY49" fmla="*/ 3774688 h 4861932"/>
              <a:gd name="connsiteX50" fmla="*/ 4957958 w 7126497"/>
              <a:gd name="connsiteY50" fmla="*/ 3774688 h 4861932"/>
              <a:gd name="connsiteX51" fmla="*/ 4838913 w 7126497"/>
              <a:gd name="connsiteY51" fmla="*/ 3655643 h 4861932"/>
              <a:gd name="connsiteX52" fmla="*/ 4838913 w 7126497"/>
              <a:gd name="connsiteY52" fmla="*/ 1206289 h 4861932"/>
              <a:gd name="connsiteX53" fmla="*/ 4957958 w 7126497"/>
              <a:gd name="connsiteY53" fmla="*/ 1087244 h 4861932"/>
              <a:gd name="connsiteX54" fmla="*/ 4171297 w 7126497"/>
              <a:gd name="connsiteY54" fmla="*/ 551986 h 4861932"/>
              <a:gd name="connsiteX55" fmla="*/ 4647465 w 7126497"/>
              <a:gd name="connsiteY55" fmla="*/ 551986 h 4861932"/>
              <a:gd name="connsiteX56" fmla="*/ 4766510 w 7126497"/>
              <a:gd name="connsiteY56" fmla="*/ 671031 h 4861932"/>
              <a:gd name="connsiteX57" fmla="*/ 4766510 w 7126497"/>
              <a:gd name="connsiteY57" fmla="*/ 4190902 h 4861932"/>
              <a:gd name="connsiteX58" fmla="*/ 4647465 w 7126497"/>
              <a:gd name="connsiteY58" fmla="*/ 4309947 h 4861932"/>
              <a:gd name="connsiteX59" fmla="*/ 4171297 w 7126497"/>
              <a:gd name="connsiteY59" fmla="*/ 4309947 h 4861932"/>
              <a:gd name="connsiteX60" fmla="*/ 4052252 w 7126497"/>
              <a:gd name="connsiteY60" fmla="*/ 4190902 h 4861932"/>
              <a:gd name="connsiteX61" fmla="*/ 4052252 w 7126497"/>
              <a:gd name="connsiteY61" fmla="*/ 671031 h 4861932"/>
              <a:gd name="connsiteX62" fmla="*/ 4171297 w 7126497"/>
              <a:gd name="connsiteY62" fmla="*/ 551986 h 4861932"/>
              <a:gd name="connsiteX63" fmla="*/ 2479028 w 7126497"/>
              <a:gd name="connsiteY63" fmla="*/ 551986 h 4861932"/>
              <a:gd name="connsiteX64" fmla="*/ 2955196 w 7126497"/>
              <a:gd name="connsiteY64" fmla="*/ 551986 h 4861932"/>
              <a:gd name="connsiteX65" fmla="*/ 3074241 w 7126497"/>
              <a:gd name="connsiteY65" fmla="*/ 671031 h 4861932"/>
              <a:gd name="connsiteX66" fmla="*/ 3074241 w 7126497"/>
              <a:gd name="connsiteY66" fmla="*/ 4190902 h 4861932"/>
              <a:gd name="connsiteX67" fmla="*/ 2955196 w 7126497"/>
              <a:gd name="connsiteY67" fmla="*/ 4309947 h 4861932"/>
              <a:gd name="connsiteX68" fmla="*/ 2479028 w 7126497"/>
              <a:gd name="connsiteY68" fmla="*/ 4309947 h 4861932"/>
              <a:gd name="connsiteX69" fmla="*/ 2359983 w 7126497"/>
              <a:gd name="connsiteY69" fmla="*/ 4190902 h 4861932"/>
              <a:gd name="connsiteX70" fmla="*/ 2359983 w 7126497"/>
              <a:gd name="connsiteY70" fmla="*/ 671031 h 4861932"/>
              <a:gd name="connsiteX71" fmla="*/ 2479028 w 7126497"/>
              <a:gd name="connsiteY71" fmla="*/ 551986 h 4861932"/>
              <a:gd name="connsiteX72" fmla="*/ 3285514 w 7126497"/>
              <a:gd name="connsiteY72" fmla="*/ 0 h 4861932"/>
              <a:gd name="connsiteX73" fmla="*/ 3840979 w 7126497"/>
              <a:gd name="connsiteY73" fmla="*/ 0 h 4861932"/>
              <a:gd name="connsiteX74" fmla="*/ 3979849 w 7126497"/>
              <a:gd name="connsiteY74" fmla="*/ 138871 h 4861932"/>
              <a:gd name="connsiteX75" fmla="*/ 3979849 w 7126497"/>
              <a:gd name="connsiteY75" fmla="*/ 4723062 h 4861932"/>
              <a:gd name="connsiteX76" fmla="*/ 3840979 w 7126497"/>
              <a:gd name="connsiteY76" fmla="*/ 4861932 h 4861932"/>
              <a:gd name="connsiteX77" fmla="*/ 3285514 w 7126497"/>
              <a:gd name="connsiteY77" fmla="*/ 4861932 h 4861932"/>
              <a:gd name="connsiteX78" fmla="*/ 3146644 w 7126497"/>
              <a:gd name="connsiteY78" fmla="*/ 4723062 h 4861932"/>
              <a:gd name="connsiteX79" fmla="*/ 3146644 w 7126497"/>
              <a:gd name="connsiteY79" fmla="*/ 138871 h 4861932"/>
              <a:gd name="connsiteX80" fmla="*/ 3285514 w 7126497"/>
              <a:gd name="connsiteY80" fmla="*/ 0 h 4861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7126497" h="4861932">
                <a:moveTo>
                  <a:pt x="6531284" y="1984918"/>
                </a:moveTo>
                <a:lnTo>
                  <a:pt x="7007452" y="1984918"/>
                </a:lnTo>
                <a:cubicBezTo>
                  <a:pt x="7073199" y="1984918"/>
                  <a:pt x="7126497" y="2038216"/>
                  <a:pt x="7126497" y="2103963"/>
                </a:cubicBezTo>
                <a:lnTo>
                  <a:pt x="7126497" y="2757970"/>
                </a:lnTo>
                <a:cubicBezTo>
                  <a:pt x="7126497" y="2823717"/>
                  <a:pt x="7073199" y="2877015"/>
                  <a:pt x="7007452" y="2877015"/>
                </a:cubicBezTo>
                <a:lnTo>
                  <a:pt x="6531284" y="2877015"/>
                </a:lnTo>
                <a:cubicBezTo>
                  <a:pt x="6465537" y="2877015"/>
                  <a:pt x="6412239" y="2823717"/>
                  <a:pt x="6412239" y="2757970"/>
                </a:cubicBezTo>
                <a:lnTo>
                  <a:pt x="6412239" y="2103963"/>
                </a:lnTo>
                <a:cubicBezTo>
                  <a:pt x="6412239" y="2038216"/>
                  <a:pt x="6465537" y="1984918"/>
                  <a:pt x="6531284" y="1984918"/>
                </a:cubicBezTo>
                <a:close/>
                <a:moveTo>
                  <a:pt x="119045" y="1984918"/>
                </a:moveTo>
                <a:lnTo>
                  <a:pt x="595213" y="1984918"/>
                </a:lnTo>
                <a:cubicBezTo>
                  <a:pt x="660960" y="1984918"/>
                  <a:pt x="714258" y="2038216"/>
                  <a:pt x="714258" y="2103963"/>
                </a:cubicBezTo>
                <a:lnTo>
                  <a:pt x="714258" y="2757970"/>
                </a:lnTo>
                <a:cubicBezTo>
                  <a:pt x="714258" y="2823717"/>
                  <a:pt x="660960" y="2877015"/>
                  <a:pt x="595213" y="2877015"/>
                </a:cubicBezTo>
                <a:lnTo>
                  <a:pt x="119045" y="2877015"/>
                </a:lnTo>
                <a:cubicBezTo>
                  <a:pt x="53298" y="2877015"/>
                  <a:pt x="0" y="2823717"/>
                  <a:pt x="0" y="2757970"/>
                </a:cubicBezTo>
                <a:lnTo>
                  <a:pt x="0" y="2103963"/>
                </a:lnTo>
                <a:cubicBezTo>
                  <a:pt x="0" y="2038216"/>
                  <a:pt x="53298" y="1984918"/>
                  <a:pt x="119045" y="1984918"/>
                </a:cubicBezTo>
                <a:close/>
                <a:moveTo>
                  <a:pt x="5744619" y="1510991"/>
                </a:moveTo>
                <a:lnTo>
                  <a:pt x="6220787" y="1510991"/>
                </a:lnTo>
                <a:cubicBezTo>
                  <a:pt x="6286534" y="1510991"/>
                  <a:pt x="6339832" y="1564289"/>
                  <a:pt x="6339832" y="1630036"/>
                </a:cubicBezTo>
                <a:lnTo>
                  <a:pt x="6339832" y="3231897"/>
                </a:lnTo>
                <a:cubicBezTo>
                  <a:pt x="6339832" y="3297644"/>
                  <a:pt x="6286534" y="3350942"/>
                  <a:pt x="6220787" y="3350942"/>
                </a:cubicBezTo>
                <a:lnTo>
                  <a:pt x="5744619" y="3350942"/>
                </a:lnTo>
                <a:cubicBezTo>
                  <a:pt x="5678872" y="3350942"/>
                  <a:pt x="5625574" y="3297644"/>
                  <a:pt x="5625574" y="3231897"/>
                </a:cubicBezTo>
                <a:lnTo>
                  <a:pt x="5625574" y="1630036"/>
                </a:lnTo>
                <a:cubicBezTo>
                  <a:pt x="5625574" y="1564289"/>
                  <a:pt x="5678872" y="1510991"/>
                  <a:pt x="5744619" y="1510991"/>
                </a:cubicBezTo>
                <a:close/>
                <a:moveTo>
                  <a:pt x="905706" y="1510991"/>
                </a:moveTo>
                <a:lnTo>
                  <a:pt x="1381874" y="1510991"/>
                </a:lnTo>
                <a:cubicBezTo>
                  <a:pt x="1447621" y="1510991"/>
                  <a:pt x="1500919" y="1564289"/>
                  <a:pt x="1500919" y="1630036"/>
                </a:cubicBezTo>
                <a:lnTo>
                  <a:pt x="1500919" y="3231897"/>
                </a:lnTo>
                <a:cubicBezTo>
                  <a:pt x="1500919" y="3297644"/>
                  <a:pt x="1447621" y="3350942"/>
                  <a:pt x="1381874" y="3350942"/>
                </a:cubicBezTo>
                <a:lnTo>
                  <a:pt x="905706" y="3350942"/>
                </a:lnTo>
                <a:cubicBezTo>
                  <a:pt x="839959" y="3350942"/>
                  <a:pt x="786661" y="3297644"/>
                  <a:pt x="786661" y="3231897"/>
                </a:cubicBezTo>
                <a:lnTo>
                  <a:pt x="786661" y="1630036"/>
                </a:lnTo>
                <a:cubicBezTo>
                  <a:pt x="786661" y="1564289"/>
                  <a:pt x="839959" y="1510991"/>
                  <a:pt x="905706" y="1510991"/>
                </a:cubicBezTo>
                <a:close/>
                <a:moveTo>
                  <a:pt x="1692367" y="1087245"/>
                </a:moveTo>
                <a:lnTo>
                  <a:pt x="2168535" y="1087245"/>
                </a:lnTo>
                <a:cubicBezTo>
                  <a:pt x="2234282" y="1087245"/>
                  <a:pt x="2287580" y="1140543"/>
                  <a:pt x="2287580" y="1206289"/>
                </a:cubicBezTo>
                <a:lnTo>
                  <a:pt x="2287580" y="3655643"/>
                </a:lnTo>
                <a:cubicBezTo>
                  <a:pt x="2287580" y="3721390"/>
                  <a:pt x="2234282" y="3774688"/>
                  <a:pt x="2168535" y="3774688"/>
                </a:cubicBezTo>
                <a:lnTo>
                  <a:pt x="1692367" y="3774688"/>
                </a:lnTo>
                <a:cubicBezTo>
                  <a:pt x="1626620" y="3774688"/>
                  <a:pt x="1573322" y="3721390"/>
                  <a:pt x="1573322" y="3655643"/>
                </a:cubicBezTo>
                <a:lnTo>
                  <a:pt x="1573322" y="1206289"/>
                </a:lnTo>
                <a:cubicBezTo>
                  <a:pt x="1573322" y="1140543"/>
                  <a:pt x="1626620" y="1087245"/>
                  <a:pt x="1692367" y="1087245"/>
                </a:cubicBezTo>
                <a:close/>
                <a:moveTo>
                  <a:pt x="4957958" y="1087244"/>
                </a:moveTo>
                <a:lnTo>
                  <a:pt x="5434126" y="1087244"/>
                </a:lnTo>
                <a:cubicBezTo>
                  <a:pt x="5499873" y="1087244"/>
                  <a:pt x="5553171" y="1140542"/>
                  <a:pt x="5553171" y="1206289"/>
                </a:cubicBezTo>
                <a:lnTo>
                  <a:pt x="5553171" y="3655643"/>
                </a:lnTo>
                <a:cubicBezTo>
                  <a:pt x="5553171" y="3721390"/>
                  <a:pt x="5499873" y="3774688"/>
                  <a:pt x="5434126" y="3774688"/>
                </a:cubicBezTo>
                <a:lnTo>
                  <a:pt x="4957958" y="3774688"/>
                </a:lnTo>
                <a:cubicBezTo>
                  <a:pt x="4892211" y="3774688"/>
                  <a:pt x="4838913" y="3721390"/>
                  <a:pt x="4838913" y="3655643"/>
                </a:cubicBezTo>
                <a:lnTo>
                  <a:pt x="4838913" y="1206289"/>
                </a:lnTo>
                <a:cubicBezTo>
                  <a:pt x="4838913" y="1140542"/>
                  <a:pt x="4892211" y="1087244"/>
                  <a:pt x="4957958" y="1087244"/>
                </a:cubicBezTo>
                <a:close/>
                <a:moveTo>
                  <a:pt x="4171297" y="551986"/>
                </a:moveTo>
                <a:lnTo>
                  <a:pt x="4647465" y="551986"/>
                </a:lnTo>
                <a:cubicBezTo>
                  <a:pt x="4713212" y="551986"/>
                  <a:pt x="4766510" y="605284"/>
                  <a:pt x="4766510" y="671031"/>
                </a:cubicBezTo>
                <a:lnTo>
                  <a:pt x="4766510" y="4190902"/>
                </a:lnTo>
                <a:cubicBezTo>
                  <a:pt x="4766510" y="4256649"/>
                  <a:pt x="4713212" y="4309947"/>
                  <a:pt x="4647465" y="4309947"/>
                </a:cubicBezTo>
                <a:lnTo>
                  <a:pt x="4171297" y="4309947"/>
                </a:lnTo>
                <a:cubicBezTo>
                  <a:pt x="4105550" y="4309947"/>
                  <a:pt x="4052252" y="4256649"/>
                  <a:pt x="4052252" y="4190902"/>
                </a:cubicBezTo>
                <a:lnTo>
                  <a:pt x="4052252" y="671031"/>
                </a:lnTo>
                <a:cubicBezTo>
                  <a:pt x="4052252" y="605284"/>
                  <a:pt x="4105550" y="551986"/>
                  <a:pt x="4171297" y="551986"/>
                </a:cubicBezTo>
                <a:close/>
                <a:moveTo>
                  <a:pt x="2479028" y="551986"/>
                </a:moveTo>
                <a:lnTo>
                  <a:pt x="2955196" y="551986"/>
                </a:lnTo>
                <a:cubicBezTo>
                  <a:pt x="3020943" y="551986"/>
                  <a:pt x="3074241" y="605285"/>
                  <a:pt x="3074241" y="671031"/>
                </a:cubicBezTo>
                <a:lnTo>
                  <a:pt x="3074241" y="4190902"/>
                </a:lnTo>
                <a:cubicBezTo>
                  <a:pt x="3074241" y="4256649"/>
                  <a:pt x="3020943" y="4309947"/>
                  <a:pt x="2955196" y="4309947"/>
                </a:cubicBezTo>
                <a:lnTo>
                  <a:pt x="2479028" y="4309947"/>
                </a:lnTo>
                <a:cubicBezTo>
                  <a:pt x="2413281" y="4309947"/>
                  <a:pt x="2359983" y="4256649"/>
                  <a:pt x="2359983" y="4190902"/>
                </a:cubicBezTo>
                <a:lnTo>
                  <a:pt x="2359983" y="671031"/>
                </a:lnTo>
                <a:cubicBezTo>
                  <a:pt x="2359983" y="605285"/>
                  <a:pt x="2413281" y="551986"/>
                  <a:pt x="2479028" y="551986"/>
                </a:cubicBezTo>
                <a:close/>
                <a:moveTo>
                  <a:pt x="3285514" y="0"/>
                </a:moveTo>
                <a:lnTo>
                  <a:pt x="3840979" y="0"/>
                </a:lnTo>
                <a:cubicBezTo>
                  <a:pt x="3917675" y="0"/>
                  <a:pt x="3979849" y="62174"/>
                  <a:pt x="3979849" y="138871"/>
                </a:cubicBezTo>
                <a:lnTo>
                  <a:pt x="3979849" y="4723062"/>
                </a:lnTo>
                <a:cubicBezTo>
                  <a:pt x="3979849" y="4799758"/>
                  <a:pt x="3917675" y="4861932"/>
                  <a:pt x="3840979" y="4861932"/>
                </a:cubicBezTo>
                <a:lnTo>
                  <a:pt x="3285514" y="4861932"/>
                </a:lnTo>
                <a:cubicBezTo>
                  <a:pt x="3208818" y="4861932"/>
                  <a:pt x="3146644" y="4799758"/>
                  <a:pt x="3146644" y="4723062"/>
                </a:cubicBezTo>
                <a:lnTo>
                  <a:pt x="3146644" y="138871"/>
                </a:lnTo>
                <a:cubicBezTo>
                  <a:pt x="3146644" y="62174"/>
                  <a:pt x="3208818" y="0"/>
                  <a:pt x="3285514" y="0"/>
                </a:cubicBezTo>
                <a:close/>
              </a:path>
            </a:pathLst>
          </a:custGeom>
        </p:spPr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E73A7748-170C-7758-3246-4B825F1F991F}"/>
              </a:ext>
            </a:extLst>
          </p:cNvPr>
          <p:cNvSpPr/>
          <p:nvPr/>
        </p:nvSpPr>
        <p:spPr>
          <a:xfrm>
            <a:off x="4153861" y="2737624"/>
            <a:ext cx="3479181" cy="1382752"/>
          </a:xfrm>
          <a:prstGeom prst="roundRect">
            <a:avLst/>
          </a:prstGeom>
          <a:solidFill>
            <a:schemeClr val="accent5">
              <a:lumMod val="60000"/>
              <a:lumOff val="40000"/>
              <a:alpha val="6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dirty="0">
                <a:solidFill>
                  <a:schemeClr val="tx1"/>
                </a:solidFill>
              </a:rPr>
              <a:t>Nature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294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 HOPE</dc:creator>
  <cp:lastModifiedBy>DELL HOPE</cp:lastModifiedBy>
  <cp:revision>1</cp:revision>
  <dcterms:created xsi:type="dcterms:W3CDTF">2023-08-18T05:49:14Z</dcterms:created>
  <dcterms:modified xsi:type="dcterms:W3CDTF">2023-08-18T06:25:41Z</dcterms:modified>
</cp:coreProperties>
</file>